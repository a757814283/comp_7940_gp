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59" r:id="rId1"/>
    <p:sldMasterId id="2147483660" r:id="rId2"/>
  </p:sldMasterIdLst>
  <p:notesMasterIdLst>
    <p:notesMasterId r:id="rId13"/>
  </p:notesMasterIdLst>
  <p:sldIdLst>
    <p:sldId id="256" r:id="rId3"/>
    <p:sldId id="257" r:id="rId4"/>
    <p:sldId id="258" r:id="rId5"/>
    <p:sldId id="259" r:id="rId6"/>
    <p:sldId id="266" r:id="rId7"/>
    <p:sldId id="261" r:id="rId8"/>
    <p:sldId id="262" r:id="rId9"/>
    <p:sldId id="263" r:id="rId10"/>
    <p:sldId id="264" r:id="rId11"/>
    <p:sldId id="265" r:id="rId12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501CA2ED-26AF-4611-A387-7D260963D5B1}" v="70" dt="2026-04-14T14:34:38.737"/>
    <p1510:client id="{C741D797-6274-4E7A-A402-4F3DFD8C01E1}" v="9" dt="2026-04-14T14:58:54.868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81920" autoAdjust="0"/>
  </p:normalViewPr>
  <p:slideViewPr>
    <p:cSldViewPr snapToGrid="0">
      <p:cViewPr varScale="1">
        <p:scale>
          <a:sx n="79" d="100"/>
          <a:sy n="79" d="100"/>
        </p:scale>
        <p:origin x="1244" y="64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notesMaster" Target="notesMasters/notesMaster1.xml"/><Relationship Id="rId18" Type="http://schemas.microsoft.com/office/2016/11/relationships/changesInfo" Target="changesInfos/changesInfo1.xml"/><Relationship Id="rId3" Type="http://schemas.openxmlformats.org/officeDocument/2006/relationships/slide" Target="slides/slide1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tableStyles" Target="tableStyles.xml"/><Relationship Id="rId2" Type="http://schemas.openxmlformats.org/officeDocument/2006/relationships/slideMaster" Target="slideMasters/slideMaster2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5" Type="http://schemas.openxmlformats.org/officeDocument/2006/relationships/slide" Target="slides/slide3.xml"/><Relationship Id="rId15" Type="http://schemas.openxmlformats.org/officeDocument/2006/relationships/viewProps" Target="viewProps.xml"/><Relationship Id="rId10" Type="http://schemas.openxmlformats.org/officeDocument/2006/relationships/slide" Target="slides/slide8.xml"/><Relationship Id="rId19" Type="http://schemas.microsoft.com/office/2015/10/relationships/revisionInfo" Target="revisionInfo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presProps" Target="pres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Haoran HE" userId="ef3267f2-6c7c-4084-acdf-afd62f0a482b" providerId="ADAL" clId="{312F89E9-CC2A-4929-A0F8-5655737E1F38}"/>
    <pc:docChg chg="undo custSel modSld">
      <pc:chgData name="Haoran HE" userId="ef3267f2-6c7c-4084-acdf-afd62f0a482b" providerId="ADAL" clId="{312F89E9-CC2A-4929-A0F8-5655737E1F38}" dt="2026-04-14T15:01:12.614" v="160" actId="14100"/>
      <pc:docMkLst>
        <pc:docMk/>
      </pc:docMkLst>
      <pc:sldChg chg="addSp delSp modSp mod">
        <pc:chgData name="Haoran HE" userId="ef3267f2-6c7c-4084-acdf-afd62f0a482b" providerId="ADAL" clId="{312F89E9-CC2A-4929-A0F8-5655737E1F38}" dt="2026-04-14T14:59:04.307" v="149" actId="6549"/>
        <pc:sldMkLst>
          <pc:docMk/>
          <pc:sldMk cId="0" sldId="259"/>
        </pc:sldMkLst>
        <pc:spChg chg="add del">
          <ac:chgData name="Haoran HE" userId="ef3267f2-6c7c-4084-acdf-afd62f0a482b" providerId="ADAL" clId="{312F89E9-CC2A-4929-A0F8-5655737E1F38}" dt="2026-04-14T14:57:26.923" v="99" actId="478"/>
          <ac:spMkLst>
            <pc:docMk/>
            <pc:sldMk cId="0" sldId="259"/>
            <ac:spMk id="3" creationId="{00000000-0000-0000-0000-000000000000}"/>
          </ac:spMkLst>
        </pc:spChg>
        <pc:spChg chg="mod">
          <ac:chgData name="Haoran HE" userId="ef3267f2-6c7c-4084-acdf-afd62f0a482b" providerId="ADAL" clId="{312F89E9-CC2A-4929-A0F8-5655737E1F38}" dt="2026-04-14T14:51:04.224" v="15" actId="20577"/>
          <ac:spMkLst>
            <pc:docMk/>
            <pc:sldMk cId="0" sldId="259"/>
            <ac:spMk id="9" creationId="{00000000-0000-0000-0000-000000000000}"/>
          </ac:spMkLst>
        </pc:spChg>
        <pc:spChg chg="mod">
          <ac:chgData name="Haoran HE" userId="ef3267f2-6c7c-4084-acdf-afd62f0a482b" providerId="ADAL" clId="{312F89E9-CC2A-4929-A0F8-5655737E1F38}" dt="2026-04-14T14:58:13.219" v="127" actId="20577"/>
          <ac:spMkLst>
            <pc:docMk/>
            <pc:sldMk cId="0" sldId="259"/>
            <ac:spMk id="12" creationId="{00000000-0000-0000-0000-000000000000}"/>
          </ac:spMkLst>
        </pc:spChg>
        <pc:spChg chg="mod">
          <ac:chgData name="Haoran HE" userId="ef3267f2-6c7c-4084-acdf-afd62f0a482b" providerId="ADAL" clId="{312F89E9-CC2A-4929-A0F8-5655737E1F38}" dt="2026-04-14T14:57:53.818" v="114" actId="14100"/>
          <ac:spMkLst>
            <pc:docMk/>
            <pc:sldMk cId="0" sldId="259"/>
            <ac:spMk id="13" creationId="{00000000-0000-0000-0000-000000000000}"/>
          </ac:spMkLst>
        </pc:spChg>
        <pc:spChg chg="mod">
          <ac:chgData name="Haoran HE" userId="ef3267f2-6c7c-4084-acdf-afd62f0a482b" providerId="ADAL" clId="{312F89E9-CC2A-4929-A0F8-5655737E1F38}" dt="2026-04-14T14:59:04.307" v="149" actId="6549"/>
          <ac:spMkLst>
            <pc:docMk/>
            <pc:sldMk cId="0" sldId="259"/>
            <ac:spMk id="15" creationId="{00000000-0000-0000-0000-000000000000}"/>
          </ac:spMkLst>
        </pc:spChg>
        <pc:spChg chg="del">
          <ac:chgData name="Haoran HE" userId="ef3267f2-6c7c-4084-acdf-afd62f0a482b" providerId="ADAL" clId="{312F89E9-CC2A-4929-A0F8-5655737E1F38}" dt="2026-04-14T14:57:24.954" v="97" actId="478"/>
          <ac:spMkLst>
            <pc:docMk/>
            <pc:sldMk cId="0" sldId="259"/>
            <ac:spMk id="16" creationId="{00000000-0000-0000-0000-000000000000}"/>
          </ac:spMkLst>
        </pc:spChg>
        <pc:spChg chg="del mod">
          <ac:chgData name="Haoran HE" userId="ef3267f2-6c7c-4084-acdf-afd62f0a482b" providerId="ADAL" clId="{312F89E9-CC2A-4929-A0F8-5655737E1F38}" dt="2026-04-14T14:57:32.603" v="101" actId="478"/>
          <ac:spMkLst>
            <pc:docMk/>
            <pc:sldMk cId="0" sldId="259"/>
            <ac:spMk id="18" creationId="{00000000-0000-0000-0000-000000000000}"/>
          </ac:spMkLst>
        </pc:spChg>
        <pc:spChg chg="del">
          <ac:chgData name="Haoran HE" userId="ef3267f2-6c7c-4084-acdf-afd62f0a482b" providerId="ADAL" clId="{312F89E9-CC2A-4929-A0F8-5655737E1F38}" dt="2026-04-14T14:57:50.362" v="113" actId="478"/>
          <ac:spMkLst>
            <pc:docMk/>
            <pc:sldMk cId="0" sldId="259"/>
            <ac:spMk id="19" creationId="{00000000-0000-0000-0000-000000000000}"/>
          </ac:spMkLst>
        </pc:spChg>
        <pc:spChg chg="del mod">
          <ac:chgData name="Haoran HE" userId="ef3267f2-6c7c-4084-acdf-afd62f0a482b" providerId="ADAL" clId="{312F89E9-CC2A-4929-A0F8-5655737E1F38}" dt="2026-04-14T14:57:49.418" v="111" actId="478"/>
          <ac:spMkLst>
            <pc:docMk/>
            <pc:sldMk cId="0" sldId="259"/>
            <ac:spMk id="21" creationId="{00000000-0000-0000-0000-000000000000}"/>
          </ac:spMkLst>
        </pc:spChg>
        <pc:picChg chg="del">
          <ac:chgData name="Haoran HE" userId="ef3267f2-6c7c-4084-acdf-afd62f0a482b" providerId="ADAL" clId="{312F89E9-CC2A-4929-A0F8-5655737E1F38}" dt="2026-04-14T14:57:28.771" v="100" actId="478"/>
          <ac:picMkLst>
            <pc:docMk/>
            <pc:sldMk cId="0" sldId="259"/>
            <ac:picMk id="17" creationId="{00000000-0000-0000-0000-000000000000}"/>
          </ac:picMkLst>
        </pc:picChg>
        <pc:picChg chg="del">
          <ac:chgData name="Haoran HE" userId="ef3267f2-6c7c-4084-acdf-afd62f0a482b" providerId="ADAL" clId="{312F89E9-CC2A-4929-A0F8-5655737E1F38}" dt="2026-04-14T14:57:49.963" v="112" actId="478"/>
          <ac:picMkLst>
            <pc:docMk/>
            <pc:sldMk cId="0" sldId="259"/>
            <ac:picMk id="20" creationId="{00000000-0000-0000-0000-000000000000}"/>
          </ac:picMkLst>
        </pc:picChg>
      </pc:sldChg>
      <pc:sldChg chg="modSp mod">
        <pc:chgData name="Haoran HE" userId="ef3267f2-6c7c-4084-acdf-afd62f0a482b" providerId="ADAL" clId="{312F89E9-CC2A-4929-A0F8-5655737E1F38}" dt="2026-04-14T15:01:12.614" v="160" actId="14100"/>
        <pc:sldMkLst>
          <pc:docMk/>
          <pc:sldMk cId="0" sldId="261"/>
        </pc:sldMkLst>
        <pc:spChg chg="mod">
          <ac:chgData name="Haoran HE" userId="ef3267f2-6c7c-4084-acdf-afd62f0a482b" providerId="ADAL" clId="{312F89E9-CC2A-4929-A0F8-5655737E1F38}" dt="2026-04-14T15:01:10.629" v="159" actId="1076"/>
          <ac:spMkLst>
            <pc:docMk/>
            <pc:sldMk cId="0" sldId="261"/>
            <ac:spMk id="3" creationId="{00000000-0000-0000-0000-000000000000}"/>
          </ac:spMkLst>
        </pc:spChg>
        <pc:spChg chg="mod">
          <ac:chgData name="Haoran HE" userId="ef3267f2-6c7c-4084-acdf-afd62f0a482b" providerId="ADAL" clId="{312F89E9-CC2A-4929-A0F8-5655737E1F38}" dt="2026-04-14T15:01:05.059" v="156" actId="20577"/>
          <ac:spMkLst>
            <pc:docMk/>
            <pc:sldMk cId="0" sldId="261"/>
            <ac:spMk id="18" creationId="{00000000-0000-0000-0000-000000000000}"/>
          </ac:spMkLst>
        </pc:spChg>
        <pc:grpChg chg="mod">
          <ac:chgData name="Haoran HE" userId="ef3267f2-6c7c-4084-acdf-afd62f0a482b" providerId="ADAL" clId="{312F89E9-CC2A-4929-A0F8-5655737E1F38}" dt="2026-04-14T15:01:12.614" v="160" actId="14100"/>
          <ac:grpSpMkLst>
            <pc:docMk/>
            <pc:sldMk cId="0" sldId="261"/>
            <ac:grpSpMk id="32" creationId="{2D7E4768-65AD-08CA-AE27-7A07FF734FC3}"/>
          </ac:grpSpMkLst>
        </pc:grpChg>
      </pc:sldChg>
      <pc:sldChg chg="modSp mod">
        <pc:chgData name="Haoran HE" userId="ef3267f2-6c7c-4084-acdf-afd62f0a482b" providerId="ADAL" clId="{312F89E9-CC2A-4929-A0F8-5655737E1F38}" dt="2026-04-14T14:53:28.946" v="95" actId="20577"/>
        <pc:sldMkLst>
          <pc:docMk/>
          <pc:sldMk cId="352606672" sldId="266"/>
        </pc:sldMkLst>
        <pc:spChg chg="mod">
          <ac:chgData name="Haoran HE" userId="ef3267f2-6c7c-4084-acdf-afd62f0a482b" providerId="ADAL" clId="{312F89E9-CC2A-4929-A0F8-5655737E1F38}" dt="2026-04-14T14:53:28.946" v="95" actId="20577"/>
          <ac:spMkLst>
            <pc:docMk/>
            <pc:sldMk cId="352606672" sldId="266"/>
            <ac:spMk id="17" creationId="{5E5C46B1-FD41-8DE1-E88B-D4C9D84AA9B7}"/>
          </ac:spMkLst>
        </pc:spChg>
        <pc:spChg chg="mod">
          <ac:chgData name="Haoran HE" userId="ef3267f2-6c7c-4084-acdf-afd62f0a482b" providerId="ADAL" clId="{312F89E9-CC2A-4929-A0F8-5655737E1F38}" dt="2026-04-14T14:53:25.491" v="94" actId="20577"/>
          <ac:spMkLst>
            <pc:docMk/>
            <pc:sldMk cId="352606672" sldId="266"/>
            <ac:spMk id="27" creationId="{EE4DB24A-51FB-11B8-31EC-3C0E7FE28882}"/>
          </ac:spMkLst>
        </pc:spChg>
      </pc:sldChg>
    </pc:docChg>
  </pc:docChgLst>
  <pc:docChgLst>
    <pc:chgData name="Haoran HE" userId="ef3267f2-6c7c-4084-acdf-afd62f0a482b" providerId="ADAL" clId="{610621C1-65AC-48AE-971E-6D141E1E9EFB}"/>
    <pc:docChg chg="undo custSel addSld delSld modSld">
      <pc:chgData name="Haoran HE" userId="ef3267f2-6c7c-4084-acdf-afd62f0a482b" providerId="ADAL" clId="{610621C1-65AC-48AE-971E-6D141E1E9EFB}" dt="2026-04-14T14:42:04.078" v="2586" actId="20577"/>
      <pc:docMkLst>
        <pc:docMk/>
      </pc:docMkLst>
      <pc:sldChg chg="addSp delSp modSp mod">
        <pc:chgData name="Haoran HE" userId="ef3267f2-6c7c-4084-acdf-afd62f0a482b" providerId="ADAL" clId="{610621C1-65AC-48AE-971E-6D141E1E9EFB}" dt="2026-04-14T14:40:34.157" v="2516" actId="20577"/>
        <pc:sldMkLst>
          <pc:docMk/>
          <pc:sldMk cId="0" sldId="259"/>
        </pc:sldMkLst>
        <pc:spChg chg="mod">
          <ac:chgData name="Haoran HE" userId="ef3267f2-6c7c-4084-acdf-afd62f0a482b" providerId="ADAL" clId="{610621C1-65AC-48AE-971E-6D141E1E9EFB}" dt="2026-04-14T13:59:27.883" v="140" actId="1076"/>
          <ac:spMkLst>
            <pc:docMk/>
            <pc:sldMk cId="0" sldId="259"/>
            <ac:spMk id="3" creationId="{00000000-0000-0000-0000-000000000000}"/>
          </ac:spMkLst>
        </pc:spChg>
        <pc:spChg chg="mod">
          <ac:chgData name="Haoran HE" userId="ef3267f2-6c7c-4084-acdf-afd62f0a482b" providerId="ADAL" clId="{610621C1-65AC-48AE-971E-6D141E1E9EFB}" dt="2026-04-14T14:17:46.434" v="1282" actId="20577"/>
          <ac:spMkLst>
            <pc:docMk/>
            <pc:sldMk cId="0" sldId="259"/>
            <ac:spMk id="6" creationId="{00000000-0000-0000-0000-000000000000}"/>
          </ac:spMkLst>
        </pc:spChg>
        <pc:spChg chg="mod">
          <ac:chgData name="Haoran HE" userId="ef3267f2-6c7c-4084-acdf-afd62f0a482b" providerId="ADAL" clId="{610621C1-65AC-48AE-971E-6D141E1E9EFB}" dt="2026-04-14T14:00:42.909" v="215" actId="20577"/>
          <ac:spMkLst>
            <pc:docMk/>
            <pc:sldMk cId="0" sldId="259"/>
            <ac:spMk id="9" creationId="{00000000-0000-0000-0000-000000000000}"/>
          </ac:spMkLst>
        </pc:spChg>
        <pc:spChg chg="mod">
          <ac:chgData name="Haoran HE" userId="ef3267f2-6c7c-4084-acdf-afd62f0a482b" providerId="ADAL" clId="{610621C1-65AC-48AE-971E-6D141E1E9EFB}" dt="2026-04-14T14:00:48.493" v="219" actId="20577"/>
          <ac:spMkLst>
            <pc:docMk/>
            <pc:sldMk cId="0" sldId="259"/>
            <ac:spMk id="12" creationId="{00000000-0000-0000-0000-000000000000}"/>
          </ac:spMkLst>
        </pc:spChg>
        <pc:spChg chg="mod">
          <ac:chgData name="Haoran HE" userId="ef3267f2-6c7c-4084-acdf-afd62f0a482b" providerId="ADAL" clId="{610621C1-65AC-48AE-971E-6D141E1E9EFB}" dt="2026-04-14T14:40:34.157" v="2516" actId="20577"/>
          <ac:spMkLst>
            <pc:docMk/>
            <pc:sldMk cId="0" sldId="259"/>
            <ac:spMk id="15" creationId="{00000000-0000-0000-0000-000000000000}"/>
          </ac:spMkLst>
        </pc:spChg>
        <pc:spChg chg="add del mod">
          <ac:chgData name="Haoran HE" userId="ef3267f2-6c7c-4084-acdf-afd62f0a482b" providerId="ADAL" clId="{610621C1-65AC-48AE-971E-6D141E1E9EFB}" dt="2026-04-14T13:59:37.958" v="147" actId="478"/>
          <ac:spMkLst>
            <pc:docMk/>
            <pc:sldMk cId="0" sldId="259"/>
            <ac:spMk id="25" creationId="{C5200171-0796-214C-55ED-D24D2E1F84FC}"/>
          </ac:spMkLst>
        </pc:spChg>
        <pc:graphicFrameChg chg="add mod modGraphic">
          <ac:chgData name="Haoran HE" userId="ef3267f2-6c7c-4084-acdf-afd62f0a482b" providerId="ADAL" clId="{610621C1-65AC-48AE-971E-6D141E1E9EFB}" dt="2026-04-14T14:00:01.111" v="159"/>
          <ac:graphicFrameMkLst>
            <pc:docMk/>
            <pc:sldMk cId="0" sldId="259"/>
            <ac:graphicFrameMk id="5" creationId="{913A95B1-752E-3279-7804-B1EAC163205F}"/>
          </ac:graphicFrameMkLst>
        </pc:graphicFrameChg>
        <pc:picChg chg="del">
          <ac:chgData name="Haoran HE" userId="ef3267f2-6c7c-4084-acdf-afd62f0a482b" providerId="ADAL" clId="{610621C1-65AC-48AE-971E-6D141E1E9EFB}" dt="2026-04-14T13:57:07.396" v="0" actId="478"/>
          <ac:picMkLst>
            <pc:docMk/>
            <pc:sldMk cId="0" sldId="259"/>
            <ac:picMk id="24" creationId="{E933267F-6D3D-8257-9D72-556215CBB7D6}"/>
          </ac:picMkLst>
        </pc:picChg>
      </pc:sldChg>
      <pc:sldChg chg="addSp delSp modSp del mod">
        <pc:chgData name="Haoran HE" userId="ef3267f2-6c7c-4084-acdf-afd62f0a482b" providerId="ADAL" clId="{610621C1-65AC-48AE-971E-6D141E1E9EFB}" dt="2026-04-14T14:18:01.227" v="1283" actId="47"/>
        <pc:sldMkLst>
          <pc:docMk/>
          <pc:sldMk cId="0" sldId="260"/>
        </pc:sldMkLst>
        <pc:spChg chg="mod">
          <ac:chgData name="Haoran HE" userId="ef3267f2-6c7c-4084-acdf-afd62f0a482b" providerId="ADAL" clId="{610621C1-65AC-48AE-971E-6D141E1E9EFB}" dt="2026-04-14T14:03:42.172" v="267" actId="1076"/>
          <ac:spMkLst>
            <pc:docMk/>
            <pc:sldMk cId="0" sldId="260"/>
            <ac:spMk id="3" creationId="{00000000-0000-0000-0000-000000000000}"/>
          </ac:spMkLst>
        </pc:spChg>
        <pc:spChg chg="add mod">
          <ac:chgData name="Haoran HE" userId="ef3267f2-6c7c-4084-acdf-afd62f0a482b" providerId="ADAL" clId="{610621C1-65AC-48AE-971E-6D141E1E9EFB}" dt="2026-04-14T14:03:46.485" v="269" actId="571"/>
          <ac:spMkLst>
            <pc:docMk/>
            <pc:sldMk cId="0" sldId="260"/>
            <ac:spMk id="6" creationId="{9ABBF82C-A21D-6214-4C8E-95F52C489375}"/>
          </ac:spMkLst>
        </pc:spChg>
        <pc:spChg chg="mod">
          <ac:chgData name="Haoran HE" userId="ef3267f2-6c7c-4084-acdf-afd62f0a482b" providerId="ADAL" clId="{610621C1-65AC-48AE-971E-6D141E1E9EFB}" dt="2026-04-14T14:03:37.149" v="265" actId="14100"/>
          <ac:spMkLst>
            <pc:docMk/>
            <pc:sldMk cId="0" sldId="260"/>
            <ac:spMk id="8" creationId="{00000000-0000-0000-0000-000000000000}"/>
          </ac:spMkLst>
        </pc:spChg>
        <pc:spChg chg="add del">
          <ac:chgData name="Haoran HE" userId="ef3267f2-6c7c-4084-acdf-afd62f0a482b" providerId="ADAL" clId="{610621C1-65AC-48AE-971E-6D141E1E9EFB}" dt="2026-04-14T14:03:25.933" v="261" actId="478"/>
          <ac:spMkLst>
            <pc:docMk/>
            <pc:sldMk cId="0" sldId="260"/>
            <ac:spMk id="18" creationId="{00000000-0000-0000-0000-000000000000}"/>
          </ac:spMkLst>
        </pc:spChg>
        <pc:spChg chg="mod">
          <ac:chgData name="Haoran HE" userId="ef3267f2-6c7c-4084-acdf-afd62f0a482b" providerId="ADAL" clId="{610621C1-65AC-48AE-971E-6D141E1E9EFB}" dt="2026-04-14T14:03:33.045" v="263" actId="20577"/>
          <ac:spMkLst>
            <pc:docMk/>
            <pc:sldMk cId="0" sldId="260"/>
            <ac:spMk id="22" creationId="{00000000-0000-0000-0000-000000000000}"/>
          </ac:spMkLst>
        </pc:spChg>
      </pc:sldChg>
      <pc:sldChg chg="addSp delSp modSp mod">
        <pc:chgData name="Haoran HE" userId="ef3267f2-6c7c-4084-acdf-afd62f0a482b" providerId="ADAL" clId="{610621C1-65AC-48AE-971E-6D141E1E9EFB}" dt="2026-04-14T14:39:59.592" v="2503" actId="20577"/>
        <pc:sldMkLst>
          <pc:docMk/>
          <pc:sldMk cId="0" sldId="261"/>
        </pc:sldMkLst>
        <pc:spChg chg="mod">
          <ac:chgData name="Haoran HE" userId="ef3267f2-6c7c-4084-acdf-afd62f0a482b" providerId="ADAL" clId="{610621C1-65AC-48AE-971E-6D141E1E9EFB}" dt="2026-04-14T14:39:25.752" v="2477" actId="1076"/>
          <ac:spMkLst>
            <pc:docMk/>
            <pc:sldMk cId="0" sldId="261"/>
            <ac:spMk id="3" creationId="{00000000-0000-0000-0000-000000000000}"/>
          </ac:spMkLst>
        </pc:spChg>
        <pc:spChg chg="mod">
          <ac:chgData name="Haoran HE" userId="ef3267f2-6c7c-4084-acdf-afd62f0a482b" providerId="ADAL" clId="{610621C1-65AC-48AE-971E-6D141E1E9EFB}" dt="2026-04-14T14:30:57.513" v="1846" actId="164"/>
          <ac:spMkLst>
            <pc:docMk/>
            <pc:sldMk cId="0" sldId="261"/>
            <ac:spMk id="7" creationId="{00000000-0000-0000-0000-000000000000}"/>
          </ac:spMkLst>
        </pc:spChg>
        <pc:spChg chg="add del mod">
          <ac:chgData name="Haoran HE" userId="ef3267f2-6c7c-4084-acdf-afd62f0a482b" providerId="ADAL" clId="{610621C1-65AC-48AE-971E-6D141E1E9EFB}" dt="2026-04-14T14:30:23.140" v="1836" actId="478"/>
          <ac:spMkLst>
            <pc:docMk/>
            <pc:sldMk cId="0" sldId="261"/>
            <ac:spMk id="9" creationId="{00000000-0000-0000-0000-000000000000}"/>
          </ac:spMkLst>
        </pc:spChg>
        <pc:spChg chg="del mod">
          <ac:chgData name="Haoran HE" userId="ef3267f2-6c7c-4084-acdf-afd62f0a482b" providerId="ADAL" clId="{610621C1-65AC-48AE-971E-6D141E1E9EFB}" dt="2026-04-14T14:27:01.502" v="1453" actId="478"/>
          <ac:spMkLst>
            <pc:docMk/>
            <pc:sldMk cId="0" sldId="261"/>
            <ac:spMk id="10" creationId="{00000000-0000-0000-0000-000000000000}"/>
          </ac:spMkLst>
        </pc:spChg>
        <pc:spChg chg="del mod">
          <ac:chgData name="Haoran HE" userId="ef3267f2-6c7c-4084-acdf-afd62f0a482b" providerId="ADAL" clId="{610621C1-65AC-48AE-971E-6D141E1E9EFB}" dt="2026-04-14T14:28:32.157" v="1614" actId="478"/>
          <ac:spMkLst>
            <pc:docMk/>
            <pc:sldMk cId="0" sldId="261"/>
            <ac:spMk id="12" creationId="{00000000-0000-0000-0000-000000000000}"/>
          </ac:spMkLst>
        </pc:spChg>
        <pc:spChg chg="del mod">
          <ac:chgData name="Haoran HE" userId="ef3267f2-6c7c-4084-acdf-afd62f0a482b" providerId="ADAL" clId="{610621C1-65AC-48AE-971E-6D141E1E9EFB}" dt="2026-04-14T14:30:12.596" v="1833" actId="478"/>
          <ac:spMkLst>
            <pc:docMk/>
            <pc:sldMk cId="0" sldId="261"/>
            <ac:spMk id="13" creationId="{00000000-0000-0000-0000-000000000000}"/>
          </ac:spMkLst>
        </pc:spChg>
        <pc:spChg chg="mod">
          <ac:chgData name="Haoran HE" userId="ef3267f2-6c7c-4084-acdf-afd62f0a482b" providerId="ADAL" clId="{610621C1-65AC-48AE-971E-6D141E1E9EFB}" dt="2026-04-14T14:30:57.513" v="1846" actId="164"/>
          <ac:spMkLst>
            <pc:docMk/>
            <pc:sldMk cId="0" sldId="261"/>
            <ac:spMk id="15" creationId="{00000000-0000-0000-0000-000000000000}"/>
          </ac:spMkLst>
        </pc:spChg>
        <pc:spChg chg="mod">
          <ac:chgData name="Haoran HE" userId="ef3267f2-6c7c-4084-acdf-afd62f0a482b" providerId="ADAL" clId="{610621C1-65AC-48AE-971E-6D141E1E9EFB}" dt="2026-04-14T14:39:20.545" v="2473" actId="1076"/>
          <ac:spMkLst>
            <pc:docMk/>
            <pc:sldMk cId="0" sldId="261"/>
            <ac:spMk id="16" creationId="{00000000-0000-0000-0000-000000000000}"/>
          </ac:spMkLst>
        </pc:spChg>
        <pc:spChg chg="mod">
          <ac:chgData name="Haoran HE" userId="ef3267f2-6c7c-4084-acdf-afd62f0a482b" providerId="ADAL" clId="{610621C1-65AC-48AE-971E-6D141E1E9EFB}" dt="2026-04-14T14:39:59.592" v="2503" actId="20577"/>
          <ac:spMkLst>
            <pc:docMk/>
            <pc:sldMk cId="0" sldId="261"/>
            <ac:spMk id="18" creationId="{00000000-0000-0000-0000-000000000000}"/>
          </ac:spMkLst>
        </pc:spChg>
        <pc:spChg chg="del mod">
          <ac:chgData name="Haoran HE" userId="ef3267f2-6c7c-4084-acdf-afd62f0a482b" providerId="ADAL" clId="{610621C1-65AC-48AE-971E-6D141E1E9EFB}" dt="2026-04-14T14:31:17.091" v="1851" actId="478"/>
          <ac:spMkLst>
            <pc:docMk/>
            <pc:sldMk cId="0" sldId="261"/>
            <ac:spMk id="19" creationId="{00000000-0000-0000-0000-000000000000}"/>
          </ac:spMkLst>
        </pc:spChg>
        <pc:spChg chg="del mod">
          <ac:chgData name="Haoran HE" userId="ef3267f2-6c7c-4084-acdf-afd62f0a482b" providerId="ADAL" clId="{610621C1-65AC-48AE-971E-6D141E1E9EFB}" dt="2026-04-14T14:31:15.875" v="1850" actId="478"/>
          <ac:spMkLst>
            <pc:docMk/>
            <pc:sldMk cId="0" sldId="261"/>
            <ac:spMk id="21" creationId="{00000000-0000-0000-0000-000000000000}"/>
          </ac:spMkLst>
        </pc:spChg>
        <pc:spChg chg="add mod">
          <ac:chgData name="Haoran HE" userId="ef3267f2-6c7c-4084-acdf-afd62f0a482b" providerId="ADAL" clId="{610621C1-65AC-48AE-971E-6D141E1E9EFB}" dt="2026-04-14T14:39:37.546" v="2499" actId="207"/>
          <ac:spMkLst>
            <pc:docMk/>
            <pc:sldMk cId="0" sldId="261"/>
            <ac:spMk id="23" creationId="{4EDB2C14-3E9D-BF68-9ADE-F894383A5A38}"/>
          </ac:spMkLst>
        </pc:spChg>
        <pc:spChg chg="mod">
          <ac:chgData name="Haoran HE" userId="ef3267f2-6c7c-4084-acdf-afd62f0a482b" providerId="ADAL" clId="{610621C1-65AC-48AE-971E-6D141E1E9EFB}" dt="2026-04-14T14:31:09.954" v="1847"/>
          <ac:spMkLst>
            <pc:docMk/>
            <pc:sldMk cId="0" sldId="261"/>
            <ac:spMk id="27" creationId="{2EB8DF4C-CFCA-65A7-2B1A-6A8F32F453B7}"/>
          </ac:spMkLst>
        </pc:spChg>
        <pc:spChg chg="mod">
          <ac:chgData name="Haoran HE" userId="ef3267f2-6c7c-4084-acdf-afd62f0a482b" providerId="ADAL" clId="{610621C1-65AC-48AE-971E-6D141E1E9EFB}" dt="2026-04-14T14:31:09.954" v="1847"/>
          <ac:spMkLst>
            <pc:docMk/>
            <pc:sldMk cId="0" sldId="261"/>
            <ac:spMk id="29" creationId="{F0A59353-834D-4453-2A99-57218504E7ED}"/>
          </ac:spMkLst>
        </pc:spChg>
        <pc:grpChg chg="add mod">
          <ac:chgData name="Haoran HE" userId="ef3267f2-6c7c-4084-acdf-afd62f0a482b" providerId="ADAL" clId="{610621C1-65AC-48AE-971E-6D141E1E9EFB}" dt="2026-04-14T14:33:16.171" v="2068" actId="1076"/>
          <ac:grpSpMkLst>
            <pc:docMk/>
            <pc:sldMk cId="0" sldId="261"/>
            <ac:grpSpMk id="24" creationId="{56D57621-9224-9A2B-60D2-D05201620C4B}"/>
          </ac:grpSpMkLst>
        </pc:grpChg>
        <pc:grpChg chg="add mod">
          <ac:chgData name="Haoran HE" userId="ef3267f2-6c7c-4084-acdf-afd62f0a482b" providerId="ADAL" clId="{610621C1-65AC-48AE-971E-6D141E1E9EFB}" dt="2026-04-14T14:31:12.701" v="1849" actId="1076"/>
          <ac:grpSpMkLst>
            <pc:docMk/>
            <pc:sldMk cId="0" sldId="261"/>
            <ac:grpSpMk id="25" creationId="{E51C5B59-CD6F-58B5-F49B-8B893417EC07}"/>
          </ac:grpSpMkLst>
        </pc:grpChg>
        <pc:grpChg chg="add mod">
          <ac:chgData name="Haoran HE" userId="ef3267f2-6c7c-4084-acdf-afd62f0a482b" providerId="ADAL" clId="{610621C1-65AC-48AE-971E-6D141E1E9EFB}" dt="2026-04-14T14:39:28.663" v="2498" actId="1036"/>
          <ac:grpSpMkLst>
            <pc:docMk/>
            <pc:sldMk cId="0" sldId="261"/>
            <ac:grpSpMk id="32" creationId="{2D7E4768-65AD-08CA-AE27-7A07FF734FC3}"/>
          </ac:grpSpMkLst>
        </pc:grpChg>
        <pc:picChg chg="add mod">
          <ac:chgData name="Haoran HE" userId="ef3267f2-6c7c-4084-acdf-afd62f0a482b" providerId="ADAL" clId="{610621C1-65AC-48AE-971E-6D141E1E9EFB}" dt="2026-04-14T14:33:19.020" v="2069" actId="1076"/>
          <ac:picMkLst>
            <pc:docMk/>
            <pc:sldMk cId="0" sldId="261"/>
            <ac:picMk id="5" creationId="{D91B3EB8-84E0-38C6-6F45-A8BE5D182C9A}"/>
          </ac:picMkLst>
        </pc:picChg>
        <pc:picChg chg="add del mod">
          <ac:chgData name="Haoran HE" userId="ef3267f2-6c7c-4084-acdf-afd62f0a482b" providerId="ADAL" clId="{610621C1-65AC-48AE-971E-6D141E1E9EFB}" dt="2026-04-14T14:32:38.066" v="2053" actId="478"/>
          <ac:picMkLst>
            <pc:docMk/>
            <pc:sldMk cId="0" sldId="261"/>
            <ac:picMk id="6" creationId="{423C523B-C18A-2452-7228-8C4518171795}"/>
          </ac:picMkLst>
        </pc:picChg>
        <pc:picChg chg="mod">
          <ac:chgData name="Haoran HE" userId="ef3267f2-6c7c-4084-acdf-afd62f0a482b" providerId="ADAL" clId="{610621C1-65AC-48AE-971E-6D141E1E9EFB}" dt="2026-04-14T14:30:57.513" v="1846" actId="164"/>
          <ac:picMkLst>
            <pc:docMk/>
            <pc:sldMk cId="0" sldId="261"/>
            <ac:picMk id="8" creationId="{00000000-0000-0000-0000-000000000000}"/>
          </ac:picMkLst>
        </pc:picChg>
        <pc:picChg chg="del">
          <ac:chgData name="Haoran HE" userId="ef3267f2-6c7c-4084-acdf-afd62f0a482b" providerId="ADAL" clId="{610621C1-65AC-48AE-971E-6D141E1E9EFB}" dt="2026-04-14T14:27:01.958" v="1454" actId="478"/>
          <ac:picMkLst>
            <pc:docMk/>
            <pc:sldMk cId="0" sldId="261"/>
            <ac:picMk id="11" creationId="{00000000-0000-0000-0000-000000000000}"/>
          </ac:picMkLst>
        </pc:picChg>
        <pc:picChg chg="del">
          <ac:chgData name="Haoran HE" userId="ef3267f2-6c7c-4084-acdf-afd62f0a482b" providerId="ADAL" clId="{610621C1-65AC-48AE-971E-6D141E1E9EFB}" dt="2026-04-14T14:30:13.284" v="1834" actId="478"/>
          <ac:picMkLst>
            <pc:docMk/>
            <pc:sldMk cId="0" sldId="261"/>
            <ac:picMk id="14" creationId="{00000000-0000-0000-0000-000000000000}"/>
          </ac:picMkLst>
        </pc:picChg>
        <pc:picChg chg="mod">
          <ac:chgData name="Haoran HE" userId="ef3267f2-6c7c-4084-acdf-afd62f0a482b" providerId="ADAL" clId="{610621C1-65AC-48AE-971E-6D141E1E9EFB}" dt="2026-04-14T14:34:38.736" v="2084" actId="164"/>
          <ac:picMkLst>
            <pc:docMk/>
            <pc:sldMk cId="0" sldId="261"/>
            <ac:picMk id="17" creationId="{00000000-0000-0000-0000-000000000000}"/>
          </ac:picMkLst>
        </pc:picChg>
        <pc:picChg chg="del">
          <ac:chgData name="Haoran HE" userId="ef3267f2-6c7c-4084-acdf-afd62f0a482b" providerId="ADAL" clId="{610621C1-65AC-48AE-971E-6D141E1E9EFB}" dt="2026-04-14T14:31:17.860" v="1852" actId="478"/>
          <ac:picMkLst>
            <pc:docMk/>
            <pc:sldMk cId="0" sldId="261"/>
            <ac:picMk id="20" creationId="{00000000-0000-0000-0000-000000000000}"/>
          </ac:picMkLst>
        </pc:picChg>
        <pc:picChg chg="mod modCrop">
          <ac:chgData name="Haoran HE" userId="ef3267f2-6c7c-4084-acdf-afd62f0a482b" providerId="ADAL" clId="{610621C1-65AC-48AE-971E-6D141E1E9EFB}" dt="2026-04-14T14:33:33.566" v="2076" actId="14100"/>
          <ac:picMkLst>
            <pc:docMk/>
            <pc:sldMk cId="0" sldId="261"/>
            <ac:picMk id="26" creationId="{90A29204-A0AF-DFB3-EF3E-33CAE7FDA9BF}"/>
          </ac:picMkLst>
        </pc:picChg>
        <pc:picChg chg="mod">
          <ac:chgData name="Haoran HE" userId="ef3267f2-6c7c-4084-acdf-afd62f0a482b" providerId="ADAL" clId="{610621C1-65AC-48AE-971E-6D141E1E9EFB}" dt="2026-04-14T14:31:09.954" v="1847"/>
          <ac:picMkLst>
            <pc:docMk/>
            <pc:sldMk cId="0" sldId="261"/>
            <ac:picMk id="28" creationId="{71BE0E9B-9A58-34D8-3B57-74A8CF88DAD3}"/>
          </ac:picMkLst>
        </pc:picChg>
        <pc:picChg chg="add mod">
          <ac:chgData name="Haoran HE" userId="ef3267f2-6c7c-4084-acdf-afd62f0a482b" providerId="ADAL" clId="{610621C1-65AC-48AE-971E-6D141E1E9EFB}" dt="2026-04-14T14:34:46.758" v="2086" actId="1076"/>
          <ac:picMkLst>
            <pc:docMk/>
            <pc:sldMk cId="0" sldId="261"/>
            <ac:picMk id="31" creationId="{63611241-4FF7-9D90-7300-11D40A97C825}"/>
          </ac:picMkLst>
        </pc:picChg>
      </pc:sldChg>
      <pc:sldChg chg="addSp delSp modSp add mod setBg delAnim">
        <pc:chgData name="Haoran HE" userId="ef3267f2-6c7c-4084-acdf-afd62f0a482b" providerId="ADAL" clId="{610621C1-65AC-48AE-971E-6D141E1E9EFB}" dt="2026-04-14T14:42:04.078" v="2586" actId="20577"/>
        <pc:sldMkLst>
          <pc:docMk/>
          <pc:sldMk cId="352606672" sldId="266"/>
        </pc:sldMkLst>
        <pc:spChg chg="add del mod">
          <ac:chgData name="Haoran HE" userId="ef3267f2-6c7c-4084-acdf-afd62f0a482b" providerId="ADAL" clId="{610621C1-65AC-48AE-971E-6D141E1E9EFB}" dt="2026-04-14T14:11:33.368" v="840" actId="1076"/>
          <ac:spMkLst>
            <pc:docMk/>
            <pc:sldMk cId="352606672" sldId="266"/>
            <ac:spMk id="3" creationId="{B9731E97-2588-F97D-818A-4C4516E04504}"/>
          </ac:spMkLst>
        </pc:spChg>
        <pc:spChg chg="del">
          <ac:chgData name="Haoran HE" userId="ef3267f2-6c7c-4084-acdf-afd62f0a482b" providerId="ADAL" clId="{610621C1-65AC-48AE-971E-6D141E1E9EFB}" dt="2026-04-14T14:14:33.226" v="1149" actId="478"/>
          <ac:spMkLst>
            <pc:docMk/>
            <pc:sldMk cId="352606672" sldId="266"/>
            <ac:spMk id="5" creationId="{60D78DA2-4F32-3468-7519-AB18B236E1EB}"/>
          </ac:spMkLst>
        </pc:spChg>
        <pc:spChg chg="del">
          <ac:chgData name="Haoran HE" userId="ef3267f2-6c7c-4084-acdf-afd62f0a482b" providerId="ADAL" clId="{610621C1-65AC-48AE-971E-6D141E1E9EFB}" dt="2026-04-14T14:14:33.226" v="1149" actId="478"/>
          <ac:spMkLst>
            <pc:docMk/>
            <pc:sldMk cId="352606672" sldId="266"/>
            <ac:spMk id="7" creationId="{9E1FC34E-C90E-D375-1A04-18D89BDE0EAE}"/>
          </ac:spMkLst>
        </pc:spChg>
        <pc:spChg chg="del">
          <ac:chgData name="Haoran HE" userId="ef3267f2-6c7c-4084-acdf-afd62f0a482b" providerId="ADAL" clId="{610621C1-65AC-48AE-971E-6D141E1E9EFB}" dt="2026-04-14T14:04:12.683" v="277" actId="478"/>
          <ac:spMkLst>
            <pc:docMk/>
            <pc:sldMk cId="352606672" sldId="266"/>
            <ac:spMk id="8" creationId="{DD99A4F9-ADEC-2A46-D750-315ABBE62898}"/>
          </ac:spMkLst>
        </pc:spChg>
        <pc:spChg chg="del">
          <ac:chgData name="Haoran HE" userId="ef3267f2-6c7c-4084-acdf-afd62f0a482b" providerId="ADAL" clId="{610621C1-65AC-48AE-971E-6D141E1E9EFB}" dt="2026-04-14T14:04:16.299" v="282" actId="478"/>
          <ac:spMkLst>
            <pc:docMk/>
            <pc:sldMk cId="352606672" sldId="266"/>
            <ac:spMk id="9" creationId="{13F1DD09-4CF3-918B-77FB-7663737E64B5}"/>
          </ac:spMkLst>
        </pc:spChg>
        <pc:spChg chg="del">
          <ac:chgData name="Haoran HE" userId="ef3267f2-6c7c-4084-acdf-afd62f0a482b" providerId="ADAL" clId="{610621C1-65AC-48AE-971E-6D141E1E9EFB}" dt="2026-04-14T14:04:15.619" v="281" actId="478"/>
          <ac:spMkLst>
            <pc:docMk/>
            <pc:sldMk cId="352606672" sldId="266"/>
            <ac:spMk id="10" creationId="{1981C6C0-D712-C237-1D8A-BEA28305189F}"/>
          </ac:spMkLst>
        </pc:spChg>
        <pc:spChg chg="del mod">
          <ac:chgData name="Haoran HE" userId="ef3267f2-6c7c-4084-acdf-afd62f0a482b" providerId="ADAL" clId="{610621C1-65AC-48AE-971E-6D141E1E9EFB}" dt="2026-04-14T14:04:12.010" v="276" actId="478"/>
          <ac:spMkLst>
            <pc:docMk/>
            <pc:sldMk cId="352606672" sldId="266"/>
            <ac:spMk id="12" creationId="{B508274F-E40F-B6D4-4DAB-527D00420DDC}"/>
          </ac:spMkLst>
        </pc:spChg>
        <pc:spChg chg="mod">
          <ac:chgData name="Haoran HE" userId="ef3267f2-6c7c-4084-acdf-afd62f0a482b" providerId="ADAL" clId="{610621C1-65AC-48AE-971E-6D141E1E9EFB}" dt="2026-04-14T14:11:22.639" v="836" actId="164"/>
          <ac:spMkLst>
            <pc:docMk/>
            <pc:sldMk cId="352606672" sldId="266"/>
            <ac:spMk id="13" creationId="{51808EDB-7BD5-CB18-D5DE-2907007181C1}"/>
          </ac:spMkLst>
        </pc:spChg>
        <pc:spChg chg="mod">
          <ac:chgData name="Haoran HE" userId="ef3267f2-6c7c-4084-acdf-afd62f0a482b" providerId="ADAL" clId="{610621C1-65AC-48AE-971E-6D141E1E9EFB}" dt="2026-04-14T14:11:50.196" v="847" actId="14100"/>
          <ac:spMkLst>
            <pc:docMk/>
            <pc:sldMk cId="352606672" sldId="266"/>
            <ac:spMk id="14" creationId="{2DE1C159-5C88-B4BE-968B-47F801D667B2}"/>
          </ac:spMkLst>
        </pc:spChg>
        <pc:spChg chg="mod">
          <ac:chgData name="Haoran HE" userId="ef3267f2-6c7c-4084-acdf-afd62f0a482b" providerId="ADAL" clId="{610621C1-65AC-48AE-971E-6D141E1E9EFB}" dt="2026-04-14T14:11:22.639" v="836" actId="164"/>
          <ac:spMkLst>
            <pc:docMk/>
            <pc:sldMk cId="352606672" sldId="266"/>
            <ac:spMk id="15" creationId="{8D50CDAC-A645-0B37-B6F7-79E07AC12569}"/>
          </ac:spMkLst>
        </pc:spChg>
        <pc:spChg chg="mod">
          <ac:chgData name="Haoran HE" userId="ef3267f2-6c7c-4084-acdf-afd62f0a482b" providerId="ADAL" clId="{610621C1-65AC-48AE-971E-6D141E1E9EFB}" dt="2026-04-14T14:42:04.078" v="2586" actId="20577"/>
          <ac:spMkLst>
            <pc:docMk/>
            <pc:sldMk cId="352606672" sldId="266"/>
            <ac:spMk id="17" creationId="{5E5C46B1-FD41-8DE1-E88B-D4C9D84AA9B7}"/>
          </ac:spMkLst>
        </pc:spChg>
        <pc:spChg chg="del">
          <ac:chgData name="Haoran HE" userId="ef3267f2-6c7c-4084-acdf-afd62f0a482b" providerId="ADAL" clId="{610621C1-65AC-48AE-971E-6D141E1E9EFB}" dt="2026-04-14T14:07:40.113" v="572" actId="478"/>
          <ac:spMkLst>
            <pc:docMk/>
            <pc:sldMk cId="352606672" sldId="266"/>
            <ac:spMk id="18" creationId="{43632D41-E48D-F8C5-EABC-CF44EA24D532}"/>
          </ac:spMkLst>
        </pc:spChg>
        <pc:spChg chg="del">
          <ac:chgData name="Haoran HE" userId="ef3267f2-6c7c-4084-acdf-afd62f0a482b" providerId="ADAL" clId="{610621C1-65AC-48AE-971E-6D141E1E9EFB}" dt="2026-04-14T14:08:38.999" v="588" actId="478"/>
          <ac:spMkLst>
            <pc:docMk/>
            <pc:sldMk cId="352606672" sldId="266"/>
            <ac:spMk id="19" creationId="{220A6A94-42FA-3FBA-40AE-955AF7B5AED6}"/>
          </ac:spMkLst>
        </pc:spChg>
        <pc:spChg chg="del">
          <ac:chgData name="Haoran HE" userId="ef3267f2-6c7c-4084-acdf-afd62f0a482b" providerId="ADAL" clId="{610621C1-65AC-48AE-971E-6D141E1E9EFB}" dt="2026-04-14T14:07:49.496" v="577" actId="478"/>
          <ac:spMkLst>
            <pc:docMk/>
            <pc:sldMk cId="352606672" sldId="266"/>
            <ac:spMk id="20" creationId="{7CEACCA1-80F1-11DB-87B3-07435629A517}"/>
          </ac:spMkLst>
        </pc:spChg>
        <pc:spChg chg="del mod">
          <ac:chgData name="Haoran HE" userId="ef3267f2-6c7c-4084-acdf-afd62f0a482b" providerId="ADAL" clId="{610621C1-65AC-48AE-971E-6D141E1E9EFB}" dt="2026-04-14T14:07:48.120" v="575" actId="478"/>
          <ac:spMkLst>
            <pc:docMk/>
            <pc:sldMk cId="352606672" sldId="266"/>
            <ac:spMk id="22" creationId="{CA81A0B5-B5D9-59CA-40A3-613CC908D3F0}"/>
          </ac:spMkLst>
        </pc:spChg>
        <pc:spChg chg="mod">
          <ac:chgData name="Haoran HE" userId="ef3267f2-6c7c-4084-acdf-afd62f0a482b" providerId="ADAL" clId="{610621C1-65AC-48AE-971E-6D141E1E9EFB}" dt="2026-04-14T14:11:35.321" v="842" actId="571"/>
          <ac:spMkLst>
            <pc:docMk/>
            <pc:sldMk cId="352606672" sldId="266"/>
            <ac:spMk id="23" creationId="{06375BA4-E5D7-BA95-DF04-2B78D66F6B8F}"/>
          </ac:spMkLst>
        </pc:spChg>
        <pc:spChg chg="mod">
          <ac:chgData name="Haoran HE" userId="ef3267f2-6c7c-4084-acdf-afd62f0a482b" providerId="ADAL" clId="{610621C1-65AC-48AE-971E-6D141E1E9EFB}" dt="2026-04-14T14:11:35.321" v="842" actId="571"/>
          <ac:spMkLst>
            <pc:docMk/>
            <pc:sldMk cId="352606672" sldId="266"/>
            <ac:spMk id="24" creationId="{7C2FCE60-1ECF-0FD3-7ECB-1D15B87EC4CF}"/>
          </ac:spMkLst>
        </pc:spChg>
        <pc:spChg chg="mod">
          <ac:chgData name="Haoran HE" userId="ef3267f2-6c7c-4084-acdf-afd62f0a482b" providerId="ADAL" clId="{610621C1-65AC-48AE-971E-6D141E1E9EFB}" dt="2026-04-14T14:11:35.321" v="842" actId="571"/>
          <ac:spMkLst>
            <pc:docMk/>
            <pc:sldMk cId="352606672" sldId="266"/>
            <ac:spMk id="25" creationId="{D1ECFA3F-5EC4-FF22-7DC0-CAB9525F7D31}"/>
          </ac:spMkLst>
        </pc:spChg>
        <pc:spChg chg="mod">
          <ac:chgData name="Haoran HE" userId="ef3267f2-6c7c-4084-acdf-afd62f0a482b" providerId="ADAL" clId="{610621C1-65AC-48AE-971E-6D141E1E9EFB}" dt="2026-04-14T14:41:13.093" v="2556" actId="20577"/>
          <ac:spMkLst>
            <pc:docMk/>
            <pc:sldMk cId="352606672" sldId="266"/>
            <ac:spMk id="27" creationId="{EE4DB24A-51FB-11B8-31EC-3C0E7FE28882}"/>
          </ac:spMkLst>
        </pc:spChg>
        <pc:spChg chg="del">
          <ac:chgData name="Haoran HE" userId="ef3267f2-6c7c-4084-acdf-afd62f0a482b" providerId="ADAL" clId="{610621C1-65AC-48AE-971E-6D141E1E9EFB}" dt="2026-04-14T14:08:58.055" v="594" actId="478"/>
          <ac:spMkLst>
            <pc:docMk/>
            <pc:sldMk cId="352606672" sldId="266"/>
            <ac:spMk id="28" creationId="{A57B0530-1C49-69FA-326F-CAF70EDF0E77}"/>
          </ac:spMkLst>
        </pc:spChg>
        <pc:spChg chg="del">
          <ac:chgData name="Haoran HE" userId="ef3267f2-6c7c-4084-acdf-afd62f0a482b" providerId="ADAL" clId="{610621C1-65AC-48AE-971E-6D141E1E9EFB}" dt="2026-04-14T14:09:00.633" v="597" actId="478"/>
          <ac:spMkLst>
            <pc:docMk/>
            <pc:sldMk cId="352606672" sldId="266"/>
            <ac:spMk id="29" creationId="{4C2F9118-D3DC-2C01-9100-3EE95C58CBD9}"/>
          </ac:spMkLst>
        </pc:spChg>
        <pc:spChg chg="del">
          <ac:chgData name="Haoran HE" userId="ef3267f2-6c7c-4084-acdf-afd62f0a482b" providerId="ADAL" clId="{610621C1-65AC-48AE-971E-6D141E1E9EFB}" dt="2026-04-14T14:08:59.431" v="596" actId="478"/>
          <ac:spMkLst>
            <pc:docMk/>
            <pc:sldMk cId="352606672" sldId="266"/>
            <ac:spMk id="30" creationId="{97ADE801-D23F-649D-FC31-E320B0D6C5EC}"/>
          </ac:spMkLst>
        </pc:spChg>
        <pc:spChg chg="del">
          <ac:chgData name="Haoran HE" userId="ef3267f2-6c7c-4084-acdf-afd62f0a482b" providerId="ADAL" clId="{610621C1-65AC-48AE-971E-6D141E1E9EFB}" dt="2026-04-14T14:08:57.504" v="593" actId="478"/>
          <ac:spMkLst>
            <pc:docMk/>
            <pc:sldMk cId="352606672" sldId="266"/>
            <ac:spMk id="32" creationId="{02EB386D-CAFF-CB4D-D0A3-0BC713F78FB2}"/>
          </ac:spMkLst>
        </pc:spChg>
        <pc:spChg chg="add mod">
          <ac:chgData name="Haoran HE" userId="ef3267f2-6c7c-4084-acdf-afd62f0a482b" providerId="ADAL" clId="{610621C1-65AC-48AE-971E-6D141E1E9EFB}" dt="2026-04-14T14:11:22.639" v="836" actId="164"/>
          <ac:spMkLst>
            <pc:docMk/>
            <pc:sldMk cId="352606672" sldId="266"/>
            <ac:spMk id="36" creationId="{B11BC4E9-97AA-A71B-CDBD-EB472FBDF7B0}"/>
          </ac:spMkLst>
        </pc:spChg>
        <pc:spChg chg="add mod">
          <ac:chgData name="Haoran HE" userId="ef3267f2-6c7c-4084-acdf-afd62f0a482b" providerId="ADAL" clId="{610621C1-65AC-48AE-971E-6D141E1E9EFB}" dt="2026-04-14T14:11:35.321" v="842" actId="571"/>
          <ac:spMkLst>
            <pc:docMk/>
            <pc:sldMk cId="352606672" sldId="266"/>
            <ac:spMk id="37" creationId="{D5DEEA2B-3E3C-820E-64BB-BB2B5EE14EF7}"/>
          </ac:spMkLst>
        </pc:spChg>
        <pc:spChg chg="add mod">
          <ac:chgData name="Haoran HE" userId="ef3267f2-6c7c-4084-acdf-afd62f0a482b" providerId="ADAL" clId="{610621C1-65AC-48AE-971E-6D141E1E9EFB}" dt="2026-04-14T14:11:35.321" v="842" actId="571"/>
          <ac:spMkLst>
            <pc:docMk/>
            <pc:sldMk cId="352606672" sldId="266"/>
            <ac:spMk id="40" creationId="{E8D2DA68-793E-E3DD-B5E5-3162AB80D0B4}"/>
          </ac:spMkLst>
        </pc:spChg>
        <pc:spChg chg="add del mod">
          <ac:chgData name="Haoran HE" userId="ef3267f2-6c7c-4084-acdf-afd62f0a482b" providerId="ADAL" clId="{610621C1-65AC-48AE-971E-6D141E1E9EFB}" dt="2026-04-14T14:16:22.876" v="1198" actId="478"/>
          <ac:spMkLst>
            <pc:docMk/>
            <pc:sldMk cId="352606672" sldId="266"/>
            <ac:spMk id="43" creationId="{1DFF8727-EFDD-979D-7C3F-DE4FE1670154}"/>
          </ac:spMkLst>
        </pc:spChg>
        <pc:grpChg chg="add mod">
          <ac:chgData name="Haoran HE" userId="ef3267f2-6c7c-4084-acdf-afd62f0a482b" providerId="ADAL" clId="{610621C1-65AC-48AE-971E-6D141E1E9EFB}" dt="2026-04-14T14:11:47.251" v="846" actId="1076"/>
          <ac:grpSpMkLst>
            <pc:docMk/>
            <pc:sldMk cId="352606672" sldId="266"/>
            <ac:grpSpMk id="38" creationId="{F779ADA4-B0C5-98EF-1A4B-449A3605B7A4}"/>
          </ac:grpSpMkLst>
        </pc:grpChg>
        <pc:grpChg chg="add mod">
          <ac:chgData name="Haoran HE" userId="ef3267f2-6c7c-4084-acdf-afd62f0a482b" providerId="ADAL" clId="{610621C1-65AC-48AE-971E-6D141E1E9EFB}" dt="2026-04-14T14:11:44.138" v="845" actId="1076"/>
          <ac:grpSpMkLst>
            <pc:docMk/>
            <pc:sldMk cId="352606672" sldId="266"/>
            <ac:grpSpMk id="39" creationId="{E1EF1CBD-6023-173F-4294-0D67AE43C7E3}"/>
          </ac:grpSpMkLst>
        </pc:grpChg>
        <pc:picChg chg="del">
          <ac:chgData name="Haoran HE" userId="ef3267f2-6c7c-4084-acdf-afd62f0a482b" providerId="ADAL" clId="{610621C1-65AC-48AE-971E-6D141E1E9EFB}" dt="2026-04-14T14:04:15.155" v="280" actId="478"/>
          <ac:picMkLst>
            <pc:docMk/>
            <pc:sldMk cId="352606672" sldId="266"/>
            <ac:picMk id="11" creationId="{D9D45391-09D8-6C71-7510-98859A13904F}"/>
          </ac:picMkLst>
        </pc:picChg>
        <pc:picChg chg="mod">
          <ac:chgData name="Haoran HE" userId="ef3267f2-6c7c-4084-acdf-afd62f0a482b" providerId="ADAL" clId="{610621C1-65AC-48AE-971E-6D141E1E9EFB}" dt="2026-04-14T14:11:22.639" v="836" actId="164"/>
          <ac:picMkLst>
            <pc:docMk/>
            <pc:sldMk cId="352606672" sldId="266"/>
            <ac:picMk id="16" creationId="{BCDF790E-AA83-C18B-5DB9-BC528B2F0697}"/>
          </ac:picMkLst>
        </pc:picChg>
        <pc:picChg chg="del">
          <ac:chgData name="Haoran HE" userId="ef3267f2-6c7c-4084-acdf-afd62f0a482b" providerId="ADAL" clId="{610621C1-65AC-48AE-971E-6D141E1E9EFB}" dt="2026-04-14T14:07:49.056" v="576" actId="478"/>
          <ac:picMkLst>
            <pc:docMk/>
            <pc:sldMk cId="352606672" sldId="266"/>
            <ac:picMk id="21" creationId="{B4D5DB70-D07B-ED22-CF26-5E1B45A11EE5}"/>
          </ac:picMkLst>
        </pc:picChg>
        <pc:picChg chg="mod">
          <ac:chgData name="Haoran HE" userId="ef3267f2-6c7c-4084-acdf-afd62f0a482b" providerId="ADAL" clId="{610621C1-65AC-48AE-971E-6D141E1E9EFB}" dt="2026-04-14T14:11:35.321" v="842" actId="571"/>
          <ac:picMkLst>
            <pc:docMk/>
            <pc:sldMk cId="352606672" sldId="266"/>
            <ac:picMk id="26" creationId="{180A518F-7077-DFFC-71C7-CB3C091CCACE}"/>
          </ac:picMkLst>
        </pc:picChg>
        <pc:picChg chg="del">
          <ac:chgData name="Haoran HE" userId="ef3267f2-6c7c-4084-acdf-afd62f0a482b" providerId="ADAL" clId="{610621C1-65AC-48AE-971E-6D141E1E9EFB}" dt="2026-04-14T14:08:58.968" v="595" actId="478"/>
          <ac:picMkLst>
            <pc:docMk/>
            <pc:sldMk cId="352606672" sldId="266"/>
            <ac:picMk id="31" creationId="{84505F46-70E5-7D03-E4F2-38CFE4775467}"/>
          </ac:picMkLst>
        </pc:picChg>
        <pc:picChg chg="del mod">
          <ac:chgData name="Haoran HE" userId="ef3267f2-6c7c-4084-acdf-afd62f0a482b" providerId="ADAL" clId="{610621C1-65AC-48AE-971E-6D141E1E9EFB}" dt="2026-04-14T14:14:33.226" v="1149" actId="478"/>
          <ac:picMkLst>
            <pc:docMk/>
            <pc:sldMk cId="352606672" sldId="266"/>
            <ac:picMk id="33" creationId="{174D0673-5F3C-7FAA-E4CA-BC1DF9F27E9F}"/>
          </ac:picMkLst>
        </pc:picChg>
        <pc:picChg chg="del">
          <ac:chgData name="Haoran HE" userId="ef3267f2-6c7c-4084-acdf-afd62f0a482b" providerId="ADAL" clId="{610621C1-65AC-48AE-971E-6D141E1E9EFB}" dt="2026-04-14T14:14:33.226" v="1149" actId="478"/>
          <ac:picMkLst>
            <pc:docMk/>
            <pc:sldMk cId="352606672" sldId="266"/>
            <ac:picMk id="34" creationId="{905682E2-3882-AF2E-E27B-52B8FE9638ED}"/>
          </ac:picMkLst>
        </pc:picChg>
        <pc:picChg chg="del mod">
          <ac:chgData name="Haoran HE" userId="ef3267f2-6c7c-4084-acdf-afd62f0a482b" providerId="ADAL" clId="{610621C1-65AC-48AE-971E-6D141E1E9EFB}" dt="2026-04-14T14:14:33.226" v="1149" actId="478"/>
          <ac:picMkLst>
            <pc:docMk/>
            <pc:sldMk cId="352606672" sldId="266"/>
            <ac:picMk id="35" creationId="{17AAE655-DE90-2E6C-15F8-E00B73854A4E}"/>
          </ac:picMkLst>
        </pc:picChg>
        <pc:picChg chg="add del mod">
          <ac:chgData name="Haoran HE" userId="ef3267f2-6c7c-4084-acdf-afd62f0a482b" providerId="ADAL" clId="{610621C1-65AC-48AE-971E-6D141E1E9EFB}" dt="2026-04-14T14:16:23.155" v="1199" actId="478"/>
          <ac:picMkLst>
            <pc:docMk/>
            <pc:sldMk cId="352606672" sldId="266"/>
            <ac:picMk id="42" creationId="{44F02D7D-7CF1-56FF-7343-E8D36BBEE3A2}"/>
          </ac:picMkLst>
        </pc:picChg>
        <pc:picChg chg="add del mod">
          <ac:chgData name="Haoran HE" userId="ef3267f2-6c7c-4084-acdf-afd62f0a482b" providerId="ADAL" clId="{610621C1-65AC-48AE-971E-6D141E1E9EFB}" dt="2026-04-14T14:22:00.760" v="1299" actId="478"/>
          <ac:picMkLst>
            <pc:docMk/>
            <pc:sldMk cId="352606672" sldId="266"/>
            <ac:picMk id="45" creationId="{0F23674E-407B-3509-3E66-1F839D6DF3C2}"/>
          </ac:picMkLst>
        </pc:picChg>
        <pc:picChg chg="add del mod">
          <ac:chgData name="Haoran HE" userId="ef3267f2-6c7c-4084-acdf-afd62f0a482b" providerId="ADAL" clId="{610621C1-65AC-48AE-971E-6D141E1E9EFB}" dt="2026-04-14T14:23:41.695" v="1304" actId="478"/>
          <ac:picMkLst>
            <pc:docMk/>
            <pc:sldMk cId="352606672" sldId="266"/>
            <ac:picMk id="47" creationId="{34915783-E13F-8254-A97C-F7BE45DC5933}"/>
          </ac:picMkLst>
        </pc:picChg>
        <pc:picChg chg="add mod">
          <ac:chgData name="Haoran HE" userId="ef3267f2-6c7c-4084-acdf-afd62f0a482b" providerId="ADAL" clId="{610621C1-65AC-48AE-971E-6D141E1E9EFB}" dt="2026-04-14T14:23:47.232" v="1308" actId="1076"/>
          <ac:picMkLst>
            <pc:docMk/>
            <pc:sldMk cId="352606672" sldId="266"/>
            <ac:picMk id="49" creationId="{E1753505-E33A-86AF-CD38-49FB0A0F62F3}"/>
          </ac:picMkLst>
        </pc:picChg>
      </pc:sldChg>
    </pc:docChg>
  </pc:docChgLst>
</pc:chgInfo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5">
  <dgm:title val=""/>
  <dgm:desc val=""/>
  <dgm:catLst>
    <dgm:cat type="colorful" pri="10500"/>
  </dgm:catLst>
  <dgm:styleLbl name="node0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5"/>
      <a:schemeClr val="accent6"/>
    </dgm:fillClrLst>
    <dgm:linClrLst>
      <a:schemeClr val="accent5"/>
      <a:schemeClr val="accent6"/>
    </dgm:linClrLst>
    <dgm:effectClrLst/>
    <dgm:txLinClrLst/>
    <dgm:txFillClrLst/>
    <dgm:txEffectClrLst/>
  </dgm:styleLbl>
  <dgm:styleLbl name="ln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5"/>
    </dgm:fillClrLst>
    <dgm:linClrLst meth="repeat">
      <a:schemeClr val="accent5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5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6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1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6">
        <a:tint val="9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6">
        <a:tint val="70000"/>
      </a:schemeClr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5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5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5">
        <a:tint val="50000"/>
        <a:alpha val="40000"/>
      </a:schemeClr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5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A05FCE4D-90FD-41FD-88EB-A6FD254A9997}" type="doc">
      <dgm:prSet loTypeId="urn:microsoft.com/office/officeart/2005/8/layout/orgChart1" loCatId="hierarchy" qsTypeId="urn:microsoft.com/office/officeart/2005/8/quickstyle/simple1" qsCatId="simple" csTypeId="urn:microsoft.com/office/officeart/2005/8/colors/colorful5" csCatId="colorful" phldr="1"/>
      <dgm:spPr/>
      <dgm:t>
        <a:bodyPr/>
        <a:lstStyle/>
        <a:p>
          <a:endParaRPr lang="zh-CN" altLang="en-US"/>
        </a:p>
      </dgm:t>
    </dgm:pt>
    <dgm:pt modelId="{874DA85B-E367-4D3A-86C5-1A5E1C6465D1}">
      <dgm:prSet phldrT="[文本]" phldr="0"/>
      <dgm:spPr/>
      <dgm:t>
        <a:bodyPr/>
        <a:lstStyle/>
        <a:p>
          <a:r>
            <a:rPr lang="en-US" altLang="zh-CN" dirty="0"/>
            <a:t>Frontend Container</a:t>
          </a:r>
          <a:endParaRPr lang="zh-CN" altLang="en-US" dirty="0"/>
        </a:p>
      </dgm:t>
    </dgm:pt>
    <dgm:pt modelId="{F5F61BAA-205A-4CA8-A26C-29FD5EF4AA86}" type="parTrans" cxnId="{A4DD242A-9C99-48CF-A547-474C45967532}">
      <dgm:prSet/>
      <dgm:spPr/>
      <dgm:t>
        <a:bodyPr/>
        <a:lstStyle/>
        <a:p>
          <a:endParaRPr lang="zh-CN" altLang="en-US"/>
        </a:p>
      </dgm:t>
    </dgm:pt>
    <dgm:pt modelId="{DE718838-6415-442E-9FD5-37E0EC81266C}" type="sibTrans" cxnId="{A4DD242A-9C99-48CF-A547-474C45967532}">
      <dgm:prSet/>
      <dgm:spPr/>
      <dgm:t>
        <a:bodyPr/>
        <a:lstStyle/>
        <a:p>
          <a:endParaRPr lang="zh-CN" altLang="en-US"/>
        </a:p>
      </dgm:t>
    </dgm:pt>
    <dgm:pt modelId="{9B07D928-68FF-4D05-9675-239D95B47FCA}" type="asst">
      <dgm:prSet phldrT="[文本]" phldr="0"/>
      <dgm:spPr/>
      <dgm:t>
        <a:bodyPr/>
        <a:lstStyle/>
        <a:p>
          <a:r>
            <a:rPr lang="en-US" altLang="zh-CN" dirty="0"/>
            <a:t>Include:</a:t>
          </a:r>
        </a:p>
        <a:p>
          <a:r>
            <a:rPr lang="en-US" altLang="zh-CN" dirty="0"/>
            <a:t>MongoDB</a:t>
          </a:r>
        </a:p>
        <a:p>
          <a:r>
            <a:rPr lang="en-US" altLang="zh-CN" dirty="0"/>
            <a:t>Chatbot</a:t>
          </a:r>
          <a:endParaRPr lang="zh-CN" altLang="en-US" dirty="0"/>
        </a:p>
      </dgm:t>
    </dgm:pt>
    <dgm:pt modelId="{DD2F5800-2731-4447-9EE7-4A949D38EA17}" type="parTrans" cxnId="{47FAC134-B06C-4526-8E05-AEFA44B93F20}">
      <dgm:prSet/>
      <dgm:spPr/>
      <dgm:t>
        <a:bodyPr/>
        <a:lstStyle/>
        <a:p>
          <a:endParaRPr lang="zh-CN" altLang="en-US"/>
        </a:p>
      </dgm:t>
    </dgm:pt>
    <dgm:pt modelId="{1F842897-1411-4CE3-8C67-0D3B71948D08}" type="sibTrans" cxnId="{47FAC134-B06C-4526-8E05-AEFA44B93F20}">
      <dgm:prSet/>
      <dgm:spPr/>
      <dgm:t>
        <a:bodyPr/>
        <a:lstStyle/>
        <a:p>
          <a:endParaRPr lang="zh-CN" altLang="en-US"/>
        </a:p>
      </dgm:t>
    </dgm:pt>
    <dgm:pt modelId="{5D7B0104-6236-4A40-B98F-324F4FDD065B}">
      <dgm:prSet phldrT="[文本]" phldr="0"/>
      <dgm:spPr/>
      <dgm:t>
        <a:bodyPr/>
        <a:lstStyle/>
        <a:p>
          <a:r>
            <a:rPr lang="en-US" altLang="zh-CN" dirty="0"/>
            <a:t>Backend 1</a:t>
          </a:r>
          <a:endParaRPr lang="zh-CN" altLang="en-US" dirty="0"/>
        </a:p>
      </dgm:t>
    </dgm:pt>
    <dgm:pt modelId="{3DF04021-657A-4826-8450-57C37B3183F7}" type="parTrans" cxnId="{AA7CF708-CC68-4FE6-8378-7FF879B8547D}">
      <dgm:prSet/>
      <dgm:spPr/>
      <dgm:t>
        <a:bodyPr/>
        <a:lstStyle/>
        <a:p>
          <a:endParaRPr lang="zh-CN" altLang="en-US"/>
        </a:p>
      </dgm:t>
    </dgm:pt>
    <dgm:pt modelId="{243A0C9B-BB44-467B-BF3F-16B537069DA7}" type="sibTrans" cxnId="{AA7CF708-CC68-4FE6-8378-7FF879B8547D}">
      <dgm:prSet/>
      <dgm:spPr/>
      <dgm:t>
        <a:bodyPr/>
        <a:lstStyle/>
        <a:p>
          <a:endParaRPr lang="zh-CN" altLang="en-US"/>
        </a:p>
      </dgm:t>
    </dgm:pt>
    <dgm:pt modelId="{23B7E807-966C-4274-B79C-9C1C83818DA2}">
      <dgm:prSet phldrT="[文本]"/>
      <dgm:spPr/>
      <dgm:t>
        <a:bodyPr/>
        <a:lstStyle/>
        <a:p>
          <a:r>
            <a:rPr lang="en-US" altLang="zh-CN" dirty="0"/>
            <a:t>Backend 2</a:t>
          </a:r>
          <a:endParaRPr lang="zh-CN" altLang="en-US" dirty="0"/>
        </a:p>
      </dgm:t>
    </dgm:pt>
    <dgm:pt modelId="{395AB341-D678-4A3E-B49F-06D0146E51B9}" type="parTrans" cxnId="{77C75A6E-CA73-438F-B718-791A7D3CCE3D}">
      <dgm:prSet/>
      <dgm:spPr/>
      <dgm:t>
        <a:bodyPr/>
        <a:lstStyle/>
        <a:p>
          <a:endParaRPr lang="zh-CN" altLang="en-US"/>
        </a:p>
      </dgm:t>
    </dgm:pt>
    <dgm:pt modelId="{70851556-0C29-4024-8165-A2FE5991E0B6}" type="sibTrans" cxnId="{77C75A6E-CA73-438F-B718-791A7D3CCE3D}">
      <dgm:prSet/>
      <dgm:spPr/>
      <dgm:t>
        <a:bodyPr/>
        <a:lstStyle/>
        <a:p>
          <a:endParaRPr lang="zh-CN" altLang="en-US"/>
        </a:p>
      </dgm:t>
    </dgm:pt>
    <dgm:pt modelId="{778C5749-1B37-4C68-A444-6D8021F6EA4C}">
      <dgm:prSet phldrT="[文本]"/>
      <dgm:spPr/>
      <dgm:t>
        <a:bodyPr/>
        <a:lstStyle/>
        <a:p>
          <a:r>
            <a:rPr lang="en-US" altLang="zh-CN" dirty="0"/>
            <a:t>Backend x+1…</a:t>
          </a:r>
          <a:endParaRPr lang="zh-CN" altLang="en-US" dirty="0"/>
        </a:p>
      </dgm:t>
    </dgm:pt>
    <dgm:pt modelId="{E378F93C-DEB2-4F11-9B44-019775B37971}" type="parTrans" cxnId="{CA059019-11AD-4537-B9C6-B37375EC88C2}">
      <dgm:prSet/>
      <dgm:spPr/>
      <dgm:t>
        <a:bodyPr/>
        <a:lstStyle/>
        <a:p>
          <a:endParaRPr lang="zh-CN" altLang="en-US"/>
        </a:p>
      </dgm:t>
    </dgm:pt>
    <dgm:pt modelId="{E3299372-3CA5-42A3-B3AF-3A22535FDCA1}" type="sibTrans" cxnId="{CA059019-11AD-4537-B9C6-B37375EC88C2}">
      <dgm:prSet/>
      <dgm:spPr/>
      <dgm:t>
        <a:bodyPr/>
        <a:lstStyle/>
        <a:p>
          <a:endParaRPr lang="zh-CN" altLang="en-US"/>
        </a:p>
      </dgm:t>
    </dgm:pt>
    <dgm:pt modelId="{2CC65EF9-49C7-4ED8-B1CB-FB9DEC56AE9C}" type="pres">
      <dgm:prSet presAssocID="{A05FCE4D-90FD-41FD-88EB-A6FD254A9997}" presName="hierChild1" presStyleCnt="0">
        <dgm:presLayoutVars>
          <dgm:orgChart val="1"/>
          <dgm:chPref val="1"/>
          <dgm:dir/>
          <dgm:animOne val="branch"/>
          <dgm:animLvl val="lvl"/>
          <dgm:resizeHandles/>
        </dgm:presLayoutVars>
      </dgm:prSet>
      <dgm:spPr/>
    </dgm:pt>
    <dgm:pt modelId="{AD596F73-44C7-44A9-943F-45F284383D68}" type="pres">
      <dgm:prSet presAssocID="{874DA85B-E367-4D3A-86C5-1A5E1C6465D1}" presName="hierRoot1" presStyleCnt="0">
        <dgm:presLayoutVars>
          <dgm:hierBranch val="init"/>
        </dgm:presLayoutVars>
      </dgm:prSet>
      <dgm:spPr/>
    </dgm:pt>
    <dgm:pt modelId="{8892971E-27E1-4E03-8B83-1234BF1D390B}" type="pres">
      <dgm:prSet presAssocID="{874DA85B-E367-4D3A-86C5-1A5E1C6465D1}" presName="rootComposite1" presStyleCnt="0"/>
      <dgm:spPr/>
    </dgm:pt>
    <dgm:pt modelId="{FAAE79A0-D520-4CE3-A8BD-6A3EF25F236F}" type="pres">
      <dgm:prSet presAssocID="{874DA85B-E367-4D3A-86C5-1A5E1C6465D1}" presName="rootText1" presStyleLbl="node0" presStyleIdx="0" presStyleCnt="1" custScaleX="196326">
        <dgm:presLayoutVars>
          <dgm:chPref val="3"/>
        </dgm:presLayoutVars>
      </dgm:prSet>
      <dgm:spPr/>
    </dgm:pt>
    <dgm:pt modelId="{33C3F2DD-4632-4B5F-860A-6284347C1342}" type="pres">
      <dgm:prSet presAssocID="{874DA85B-E367-4D3A-86C5-1A5E1C6465D1}" presName="rootConnector1" presStyleLbl="node1" presStyleIdx="0" presStyleCnt="0"/>
      <dgm:spPr/>
    </dgm:pt>
    <dgm:pt modelId="{387CDB7E-5680-4F98-892D-34D2D2572BF2}" type="pres">
      <dgm:prSet presAssocID="{874DA85B-E367-4D3A-86C5-1A5E1C6465D1}" presName="hierChild2" presStyleCnt="0"/>
      <dgm:spPr/>
    </dgm:pt>
    <dgm:pt modelId="{327639FE-F540-4C30-8FFA-9034DBEF4BCB}" type="pres">
      <dgm:prSet presAssocID="{3DF04021-657A-4826-8450-57C37B3183F7}" presName="Name37" presStyleLbl="parChTrans1D2" presStyleIdx="0" presStyleCnt="4"/>
      <dgm:spPr/>
    </dgm:pt>
    <dgm:pt modelId="{E0A77DB3-73F9-479B-BE90-0467F6AB28C7}" type="pres">
      <dgm:prSet presAssocID="{5D7B0104-6236-4A40-B98F-324F4FDD065B}" presName="hierRoot2" presStyleCnt="0">
        <dgm:presLayoutVars>
          <dgm:hierBranch val="init"/>
        </dgm:presLayoutVars>
      </dgm:prSet>
      <dgm:spPr/>
    </dgm:pt>
    <dgm:pt modelId="{8F0495A5-A63A-40EB-BD0D-ECB340F61B37}" type="pres">
      <dgm:prSet presAssocID="{5D7B0104-6236-4A40-B98F-324F4FDD065B}" presName="rootComposite" presStyleCnt="0"/>
      <dgm:spPr/>
    </dgm:pt>
    <dgm:pt modelId="{43CFBBA5-A213-48E6-9DF7-72CDDD1813BF}" type="pres">
      <dgm:prSet presAssocID="{5D7B0104-6236-4A40-B98F-324F4FDD065B}" presName="rootText" presStyleLbl="node2" presStyleIdx="0" presStyleCnt="3" custLinFactNeighborX="-7513" custLinFactNeighborY="-45008">
        <dgm:presLayoutVars>
          <dgm:chPref val="3"/>
        </dgm:presLayoutVars>
      </dgm:prSet>
      <dgm:spPr/>
    </dgm:pt>
    <dgm:pt modelId="{51C0B8C1-0A55-48B0-A938-27CA90AD11ED}" type="pres">
      <dgm:prSet presAssocID="{5D7B0104-6236-4A40-B98F-324F4FDD065B}" presName="rootConnector" presStyleLbl="node2" presStyleIdx="0" presStyleCnt="3"/>
      <dgm:spPr/>
    </dgm:pt>
    <dgm:pt modelId="{62DF7FFA-7F2F-414D-96F6-4B3E626CC1E7}" type="pres">
      <dgm:prSet presAssocID="{5D7B0104-6236-4A40-B98F-324F4FDD065B}" presName="hierChild4" presStyleCnt="0"/>
      <dgm:spPr/>
    </dgm:pt>
    <dgm:pt modelId="{0B202549-C142-4927-B135-B7583DCA2649}" type="pres">
      <dgm:prSet presAssocID="{5D7B0104-6236-4A40-B98F-324F4FDD065B}" presName="hierChild5" presStyleCnt="0"/>
      <dgm:spPr/>
    </dgm:pt>
    <dgm:pt modelId="{D6366EE1-10FE-402A-89FC-1050616593C8}" type="pres">
      <dgm:prSet presAssocID="{395AB341-D678-4A3E-B49F-06D0146E51B9}" presName="Name37" presStyleLbl="parChTrans1D2" presStyleIdx="1" presStyleCnt="4"/>
      <dgm:spPr/>
    </dgm:pt>
    <dgm:pt modelId="{2543B06E-7552-41E4-8A3B-B313DC7A7599}" type="pres">
      <dgm:prSet presAssocID="{23B7E807-966C-4274-B79C-9C1C83818DA2}" presName="hierRoot2" presStyleCnt="0">
        <dgm:presLayoutVars>
          <dgm:hierBranch val="init"/>
        </dgm:presLayoutVars>
      </dgm:prSet>
      <dgm:spPr/>
    </dgm:pt>
    <dgm:pt modelId="{E8B8FBBB-2478-4B7B-ACE2-DAEB2B4D0F27}" type="pres">
      <dgm:prSet presAssocID="{23B7E807-966C-4274-B79C-9C1C83818DA2}" presName="rootComposite" presStyleCnt="0"/>
      <dgm:spPr/>
    </dgm:pt>
    <dgm:pt modelId="{842D7D13-66FB-401B-9C77-CCE138DD428C}" type="pres">
      <dgm:prSet presAssocID="{23B7E807-966C-4274-B79C-9C1C83818DA2}" presName="rootText" presStyleLbl="node2" presStyleIdx="1" presStyleCnt="3" custLinFactNeighborX="-12103" custLinFactNeighborY="-45008">
        <dgm:presLayoutVars>
          <dgm:chPref val="3"/>
        </dgm:presLayoutVars>
      </dgm:prSet>
      <dgm:spPr/>
    </dgm:pt>
    <dgm:pt modelId="{503A2908-F6EE-49F1-9044-AB7C584223BB}" type="pres">
      <dgm:prSet presAssocID="{23B7E807-966C-4274-B79C-9C1C83818DA2}" presName="rootConnector" presStyleLbl="node2" presStyleIdx="1" presStyleCnt="3"/>
      <dgm:spPr/>
    </dgm:pt>
    <dgm:pt modelId="{C80185B8-ADEB-4568-87DF-029F476ED431}" type="pres">
      <dgm:prSet presAssocID="{23B7E807-966C-4274-B79C-9C1C83818DA2}" presName="hierChild4" presStyleCnt="0"/>
      <dgm:spPr/>
    </dgm:pt>
    <dgm:pt modelId="{C3B78188-D3E9-40DD-9AFB-F4D988240E47}" type="pres">
      <dgm:prSet presAssocID="{23B7E807-966C-4274-B79C-9C1C83818DA2}" presName="hierChild5" presStyleCnt="0"/>
      <dgm:spPr/>
    </dgm:pt>
    <dgm:pt modelId="{19541E03-EF1F-4991-BB42-A1D92855A169}" type="pres">
      <dgm:prSet presAssocID="{E378F93C-DEB2-4F11-9B44-019775B37971}" presName="Name37" presStyleLbl="parChTrans1D2" presStyleIdx="2" presStyleCnt="4"/>
      <dgm:spPr/>
    </dgm:pt>
    <dgm:pt modelId="{4F96509C-0B6B-4931-8300-08DEFCF67D0C}" type="pres">
      <dgm:prSet presAssocID="{778C5749-1B37-4C68-A444-6D8021F6EA4C}" presName="hierRoot2" presStyleCnt="0">
        <dgm:presLayoutVars>
          <dgm:hierBranch val="init"/>
        </dgm:presLayoutVars>
      </dgm:prSet>
      <dgm:spPr/>
    </dgm:pt>
    <dgm:pt modelId="{D15844D3-ED90-4700-97C6-D48AE9A3DA23}" type="pres">
      <dgm:prSet presAssocID="{778C5749-1B37-4C68-A444-6D8021F6EA4C}" presName="rootComposite" presStyleCnt="0"/>
      <dgm:spPr/>
    </dgm:pt>
    <dgm:pt modelId="{639832EB-502F-47A5-9988-40AA46CE6705}" type="pres">
      <dgm:prSet presAssocID="{778C5749-1B37-4C68-A444-6D8021F6EA4C}" presName="rootText" presStyleLbl="node2" presStyleIdx="2" presStyleCnt="3" custLinFactNeighborX="-25994" custLinFactNeighborY="-44961">
        <dgm:presLayoutVars>
          <dgm:chPref val="3"/>
        </dgm:presLayoutVars>
      </dgm:prSet>
      <dgm:spPr/>
    </dgm:pt>
    <dgm:pt modelId="{993F8F10-4275-4EBC-A673-318661D6A52C}" type="pres">
      <dgm:prSet presAssocID="{778C5749-1B37-4C68-A444-6D8021F6EA4C}" presName="rootConnector" presStyleLbl="node2" presStyleIdx="2" presStyleCnt="3"/>
      <dgm:spPr/>
    </dgm:pt>
    <dgm:pt modelId="{5AD79911-A7E4-4E02-875E-30511169FF1E}" type="pres">
      <dgm:prSet presAssocID="{778C5749-1B37-4C68-A444-6D8021F6EA4C}" presName="hierChild4" presStyleCnt="0"/>
      <dgm:spPr/>
    </dgm:pt>
    <dgm:pt modelId="{B622F61F-A9AE-46AE-BD5D-231963125A48}" type="pres">
      <dgm:prSet presAssocID="{778C5749-1B37-4C68-A444-6D8021F6EA4C}" presName="hierChild5" presStyleCnt="0"/>
      <dgm:spPr/>
    </dgm:pt>
    <dgm:pt modelId="{6532266B-0F74-4387-9EF7-3B8381ABFB94}" type="pres">
      <dgm:prSet presAssocID="{874DA85B-E367-4D3A-86C5-1A5E1C6465D1}" presName="hierChild3" presStyleCnt="0"/>
      <dgm:spPr/>
    </dgm:pt>
    <dgm:pt modelId="{646D7FDC-1039-46C1-AE6D-73E5F827B4F1}" type="pres">
      <dgm:prSet presAssocID="{DD2F5800-2731-4447-9EE7-4A949D38EA17}" presName="Name111" presStyleLbl="parChTrans1D2" presStyleIdx="3" presStyleCnt="4"/>
      <dgm:spPr/>
    </dgm:pt>
    <dgm:pt modelId="{F20144DB-DF64-49AB-913E-D29A1D6134BE}" type="pres">
      <dgm:prSet presAssocID="{9B07D928-68FF-4D05-9675-239D95B47FCA}" presName="hierRoot3" presStyleCnt="0">
        <dgm:presLayoutVars>
          <dgm:hierBranch val="init"/>
        </dgm:presLayoutVars>
      </dgm:prSet>
      <dgm:spPr/>
    </dgm:pt>
    <dgm:pt modelId="{1ACDC5AB-EB5F-455D-925B-58BB15BAD499}" type="pres">
      <dgm:prSet presAssocID="{9B07D928-68FF-4D05-9675-239D95B47FCA}" presName="rootComposite3" presStyleCnt="0"/>
      <dgm:spPr/>
    </dgm:pt>
    <dgm:pt modelId="{0D714421-A442-4376-A653-D7B450AE76DE}" type="pres">
      <dgm:prSet presAssocID="{9B07D928-68FF-4D05-9675-239D95B47FCA}" presName="rootText3" presStyleLbl="asst1" presStyleIdx="0" presStyleCnt="1" custScaleX="87326" custScaleY="90782" custLinFactX="84382" custLinFactY="-100000" custLinFactNeighborX="100000" custLinFactNeighborY="-153304">
        <dgm:presLayoutVars>
          <dgm:chPref val="3"/>
        </dgm:presLayoutVars>
      </dgm:prSet>
      <dgm:spPr/>
    </dgm:pt>
    <dgm:pt modelId="{25A80182-CE6C-4D74-986F-DB2DEFFD97B2}" type="pres">
      <dgm:prSet presAssocID="{9B07D928-68FF-4D05-9675-239D95B47FCA}" presName="rootConnector3" presStyleLbl="asst1" presStyleIdx="0" presStyleCnt="1"/>
      <dgm:spPr/>
    </dgm:pt>
    <dgm:pt modelId="{E5637617-62DB-4712-9BB5-6263E38A8E8C}" type="pres">
      <dgm:prSet presAssocID="{9B07D928-68FF-4D05-9675-239D95B47FCA}" presName="hierChild6" presStyleCnt="0"/>
      <dgm:spPr/>
    </dgm:pt>
    <dgm:pt modelId="{37049DB7-18EB-4778-B126-BD2A11A91FD8}" type="pres">
      <dgm:prSet presAssocID="{9B07D928-68FF-4D05-9675-239D95B47FCA}" presName="hierChild7" presStyleCnt="0"/>
      <dgm:spPr/>
    </dgm:pt>
  </dgm:ptLst>
  <dgm:cxnLst>
    <dgm:cxn modelId="{1BD57F02-C0A4-42BB-AF10-ADB51168AF1E}" type="presOf" srcId="{23B7E807-966C-4274-B79C-9C1C83818DA2}" destId="{503A2908-F6EE-49F1-9044-AB7C584223BB}" srcOrd="1" destOrd="0" presId="urn:microsoft.com/office/officeart/2005/8/layout/orgChart1"/>
    <dgm:cxn modelId="{AA7CF708-CC68-4FE6-8378-7FF879B8547D}" srcId="{874DA85B-E367-4D3A-86C5-1A5E1C6465D1}" destId="{5D7B0104-6236-4A40-B98F-324F4FDD065B}" srcOrd="1" destOrd="0" parTransId="{3DF04021-657A-4826-8450-57C37B3183F7}" sibTransId="{243A0C9B-BB44-467B-BF3F-16B537069DA7}"/>
    <dgm:cxn modelId="{8AEC4A0D-BDB3-4C2B-A509-26442110BDA4}" type="presOf" srcId="{5D7B0104-6236-4A40-B98F-324F4FDD065B}" destId="{51C0B8C1-0A55-48B0-A938-27CA90AD11ED}" srcOrd="1" destOrd="0" presId="urn:microsoft.com/office/officeart/2005/8/layout/orgChart1"/>
    <dgm:cxn modelId="{CA059019-11AD-4537-B9C6-B37375EC88C2}" srcId="{874DA85B-E367-4D3A-86C5-1A5E1C6465D1}" destId="{778C5749-1B37-4C68-A444-6D8021F6EA4C}" srcOrd="3" destOrd="0" parTransId="{E378F93C-DEB2-4F11-9B44-019775B37971}" sibTransId="{E3299372-3CA5-42A3-B3AF-3A22535FDCA1}"/>
    <dgm:cxn modelId="{09D99428-F7CB-4644-8677-B0EF0D266CBB}" type="presOf" srcId="{9B07D928-68FF-4D05-9675-239D95B47FCA}" destId="{0D714421-A442-4376-A653-D7B450AE76DE}" srcOrd="0" destOrd="0" presId="urn:microsoft.com/office/officeart/2005/8/layout/orgChart1"/>
    <dgm:cxn modelId="{A4DD242A-9C99-48CF-A547-474C45967532}" srcId="{A05FCE4D-90FD-41FD-88EB-A6FD254A9997}" destId="{874DA85B-E367-4D3A-86C5-1A5E1C6465D1}" srcOrd="0" destOrd="0" parTransId="{F5F61BAA-205A-4CA8-A26C-29FD5EF4AA86}" sibTransId="{DE718838-6415-442E-9FD5-37E0EC81266C}"/>
    <dgm:cxn modelId="{52F42F2B-80A9-4E84-ABCC-41E82B614836}" type="presOf" srcId="{5D7B0104-6236-4A40-B98F-324F4FDD065B}" destId="{43CFBBA5-A213-48E6-9DF7-72CDDD1813BF}" srcOrd="0" destOrd="0" presId="urn:microsoft.com/office/officeart/2005/8/layout/orgChart1"/>
    <dgm:cxn modelId="{47FAC134-B06C-4526-8E05-AEFA44B93F20}" srcId="{874DA85B-E367-4D3A-86C5-1A5E1C6465D1}" destId="{9B07D928-68FF-4D05-9675-239D95B47FCA}" srcOrd="0" destOrd="0" parTransId="{DD2F5800-2731-4447-9EE7-4A949D38EA17}" sibTransId="{1F842897-1411-4CE3-8C67-0D3B71948D08}"/>
    <dgm:cxn modelId="{AEB3A85C-ABCB-4B34-93E7-D70E7A383DB3}" type="presOf" srcId="{874DA85B-E367-4D3A-86C5-1A5E1C6465D1}" destId="{33C3F2DD-4632-4B5F-860A-6284347C1342}" srcOrd="1" destOrd="0" presId="urn:microsoft.com/office/officeart/2005/8/layout/orgChart1"/>
    <dgm:cxn modelId="{77C75A6E-CA73-438F-B718-791A7D3CCE3D}" srcId="{874DA85B-E367-4D3A-86C5-1A5E1C6465D1}" destId="{23B7E807-966C-4274-B79C-9C1C83818DA2}" srcOrd="2" destOrd="0" parTransId="{395AB341-D678-4A3E-B49F-06D0146E51B9}" sibTransId="{70851556-0C29-4024-8165-A2FE5991E0B6}"/>
    <dgm:cxn modelId="{00F33170-7B55-4935-999C-AE95B06D32EC}" type="presOf" srcId="{DD2F5800-2731-4447-9EE7-4A949D38EA17}" destId="{646D7FDC-1039-46C1-AE6D-73E5F827B4F1}" srcOrd="0" destOrd="0" presId="urn:microsoft.com/office/officeart/2005/8/layout/orgChart1"/>
    <dgm:cxn modelId="{1555F651-F440-4069-A458-1FFC0443B445}" type="presOf" srcId="{3DF04021-657A-4826-8450-57C37B3183F7}" destId="{327639FE-F540-4C30-8FFA-9034DBEF4BCB}" srcOrd="0" destOrd="0" presId="urn:microsoft.com/office/officeart/2005/8/layout/orgChart1"/>
    <dgm:cxn modelId="{94F9667B-6559-4D7F-93C2-38467347738E}" type="presOf" srcId="{778C5749-1B37-4C68-A444-6D8021F6EA4C}" destId="{639832EB-502F-47A5-9988-40AA46CE6705}" srcOrd="0" destOrd="0" presId="urn:microsoft.com/office/officeart/2005/8/layout/orgChart1"/>
    <dgm:cxn modelId="{E34DBC8D-5421-46B5-A547-76B0638A0BE2}" type="presOf" srcId="{395AB341-D678-4A3E-B49F-06D0146E51B9}" destId="{D6366EE1-10FE-402A-89FC-1050616593C8}" srcOrd="0" destOrd="0" presId="urn:microsoft.com/office/officeart/2005/8/layout/orgChart1"/>
    <dgm:cxn modelId="{937BDB92-0091-4635-86C4-B1897F66326C}" type="presOf" srcId="{874DA85B-E367-4D3A-86C5-1A5E1C6465D1}" destId="{FAAE79A0-D520-4CE3-A8BD-6A3EF25F236F}" srcOrd="0" destOrd="0" presId="urn:microsoft.com/office/officeart/2005/8/layout/orgChart1"/>
    <dgm:cxn modelId="{853E9BAF-8B8C-439D-A4ED-7449B371CDFE}" type="presOf" srcId="{9B07D928-68FF-4D05-9675-239D95B47FCA}" destId="{25A80182-CE6C-4D74-986F-DB2DEFFD97B2}" srcOrd="1" destOrd="0" presId="urn:microsoft.com/office/officeart/2005/8/layout/orgChart1"/>
    <dgm:cxn modelId="{8026E2B5-44D0-4C6C-A575-C238AEED56BF}" type="presOf" srcId="{A05FCE4D-90FD-41FD-88EB-A6FD254A9997}" destId="{2CC65EF9-49C7-4ED8-B1CB-FB9DEC56AE9C}" srcOrd="0" destOrd="0" presId="urn:microsoft.com/office/officeart/2005/8/layout/orgChart1"/>
    <dgm:cxn modelId="{B85CD6C8-6A19-45FD-A57A-62FD8588D69D}" type="presOf" srcId="{E378F93C-DEB2-4F11-9B44-019775B37971}" destId="{19541E03-EF1F-4991-BB42-A1D92855A169}" srcOrd="0" destOrd="0" presId="urn:microsoft.com/office/officeart/2005/8/layout/orgChart1"/>
    <dgm:cxn modelId="{433183D1-7423-45CF-AE41-BDD30DBF6B05}" type="presOf" srcId="{23B7E807-966C-4274-B79C-9C1C83818DA2}" destId="{842D7D13-66FB-401B-9C77-CCE138DD428C}" srcOrd="0" destOrd="0" presId="urn:microsoft.com/office/officeart/2005/8/layout/orgChart1"/>
    <dgm:cxn modelId="{30C161E2-19C9-4C16-A201-0824DD879917}" type="presOf" srcId="{778C5749-1B37-4C68-A444-6D8021F6EA4C}" destId="{993F8F10-4275-4EBC-A673-318661D6A52C}" srcOrd="1" destOrd="0" presId="urn:microsoft.com/office/officeart/2005/8/layout/orgChart1"/>
    <dgm:cxn modelId="{14059340-D79C-471B-9ED6-F88B31FFA94E}" type="presParOf" srcId="{2CC65EF9-49C7-4ED8-B1CB-FB9DEC56AE9C}" destId="{AD596F73-44C7-44A9-943F-45F284383D68}" srcOrd="0" destOrd="0" presId="urn:microsoft.com/office/officeart/2005/8/layout/orgChart1"/>
    <dgm:cxn modelId="{182FB1BA-333D-4570-9B03-1531DB60C386}" type="presParOf" srcId="{AD596F73-44C7-44A9-943F-45F284383D68}" destId="{8892971E-27E1-4E03-8B83-1234BF1D390B}" srcOrd="0" destOrd="0" presId="urn:microsoft.com/office/officeart/2005/8/layout/orgChart1"/>
    <dgm:cxn modelId="{C38BCB16-63CA-4BB8-B7F9-45A69318EE76}" type="presParOf" srcId="{8892971E-27E1-4E03-8B83-1234BF1D390B}" destId="{FAAE79A0-D520-4CE3-A8BD-6A3EF25F236F}" srcOrd="0" destOrd="0" presId="urn:microsoft.com/office/officeart/2005/8/layout/orgChart1"/>
    <dgm:cxn modelId="{EEE320FC-DC3F-499C-846D-376326DDD7D5}" type="presParOf" srcId="{8892971E-27E1-4E03-8B83-1234BF1D390B}" destId="{33C3F2DD-4632-4B5F-860A-6284347C1342}" srcOrd="1" destOrd="0" presId="urn:microsoft.com/office/officeart/2005/8/layout/orgChart1"/>
    <dgm:cxn modelId="{6F85DB4F-BC3B-460C-9570-BE8250DE9EEF}" type="presParOf" srcId="{AD596F73-44C7-44A9-943F-45F284383D68}" destId="{387CDB7E-5680-4F98-892D-34D2D2572BF2}" srcOrd="1" destOrd="0" presId="urn:microsoft.com/office/officeart/2005/8/layout/orgChart1"/>
    <dgm:cxn modelId="{57DDCD14-0FC3-472F-91B6-B4036B67B390}" type="presParOf" srcId="{387CDB7E-5680-4F98-892D-34D2D2572BF2}" destId="{327639FE-F540-4C30-8FFA-9034DBEF4BCB}" srcOrd="0" destOrd="0" presId="urn:microsoft.com/office/officeart/2005/8/layout/orgChart1"/>
    <dgm:cxn modelId="{D246ABEF-0ACA-46E9-928F-B6FC5CA6CA6E}" type="presParOf" srcId="{387CDB7E-5680-4F98-892D-34D2D2572BF2}" destId="{E0A77DB3-73F9-479B-BE90-0467F6AB28C7}" srcOrd="1" destOrd="0" presId="urn:microsoft.com/office/officeart/2005/8/layout/orgChart1"/>
    <dgm:cxn modelId="{5AE725D2-57E2-42C9-A2A3-5D4834DBE2C3}" type="presParOf" srcId="{E0A77DB3-73F9-479B-BE90-0467F6AB28C7}" destId="{8F0495A5-A63A-40EB-BD0D-ECB340F61B37}" srcOrd="0" destOrd="0" presId="urn:microsoft.com/office/officeart/2005/8/layout/orgChart1"/>
    <dgm:cxn modelId="{7085B9F4-22EF-4257-A7DD-9E4DA0B55EB2}" type="presParOf" srcId="{8F0495A5-A63A-40EB-BD0D-ECB340F61B37}" destId="{43CFBBA5-A213-48E6-9DF7-72CDDD1813BF}" srcOrd="0" destOrd="0" presId="urn:microsoft.com/office/officeart/2005/8/layout/orgChart1"/>
    <dgm:cxn modelId="{F35103BD-4054-4A83-A98D-8A6B3D8D8DF1}" type="presParOf" srcId="{8F0495A5-A63A-40EB-BD0D-ECB340F61B37}" destId="{51C0B8C1-0A55-48B0-A938-27CA90AD11ED}" srcOrd="1" destOrd="0" presId="urn:microsoft.com/office/officeart/2005/8/layout/orgChart1"/>
    <dgm:cxn modelId="{504BCC6F-A2C7-4236-BA0E-FD6C0C668E16}" type="presParOf" srcId="{E0A77DB3-73F9-479B-BE90-0467F6AB28C7}" destId="{62DF7FFA-7F2F-414D-96F6-4B3E626CC1E7}" srcOrd="1" destOrd="0" presId="urn:microsoft.com/office/officeart/2005/8/layout/orgChart1"/>
    <dgm:cxn modelId="{5FB0B718-E999-47D5-9EAD-DBF6B774A252}" type="presParOf" srcId="{E0A77DB3-73F9-479B-BE90-0467F6AB28C7}" destId="{0B202549-C142-4927-B135-B7583DCA2649}" srcOrd="2" destOrd="0" presId="urn:microsoft.com/office/officeart/2005/8/layout/orgChart1"/>
    <dgm:cxn modelId="{0788CBAE-3800-4F8B-9485-B5C50F23983E}" type="presParOf" srcId="{387CDB7E-5680-4F98-892D-34D2D2572BF2}" destId="{D6366EE1-10FE-402A-89FC-1050616593C8}" srcOrd="2" destOrd="0" presId="urn:microsoft.com/office/officeart/2005/8/layout/orgChart1"/>
    <dgm:cxn modelId="{690598F2-5B66-4D68-A113-12395D5D0A15}" type="presParOf" srcId="{387CDB7E-5680-4F98-892D-34D2D2572BF2}" destId="{2543B06E-7552-41E4-8A3B-B313DC7A7599}" srcOrd="3" destOrd="0" presId="urn:microsoft.com/office/officeart/2005/8/layout/orgChart1"/>
    <dgm:cxn modelId="{0B8D3D65-096B-441F-B0FA-1B19063E06C9}" type="presParOf" srcId="{2543B06E-7552-41E4-8A3B-B313DC7A7599}" destId="{E8B8FBBB-2478-4B7B-ACE2-DAEB2B4D0F27}" srcOrd="0" destOrd="0" presId="urn:microsoft.com/office/officeart/2005/8/layout/orgChart1"/>
    <dgm:cxn modelId="{71AC3FCB-B670-4F94-B26D-4A136D2ED4EE}" type="presParOf" srcId="{E8B8FBBB-2478-4B7B-ACE2-DAEB2B4D0F27}" destId="{842D7D13-66FB-401B-9C77-CCE138DD428C}" srcOrd="0" destOrd="0" presId="urn:microsoft.com/office/officeart/2005/8/layout/orgChart1"/>
    <dgm:cxn modelId="{195957FD-ED0E-46E7-8DC5-2FC8B1A24420}" type="presParOf" srcId="{E8B8FBBB-2478-4B7B-ACE2-DAEB2B4D0F27}" destId="{503A2908-F6EE-49F1-9044-AB7C584223BB}" srcOrd="1" destOrd="0" presId="urn:microsoft.com/office/officeart/2005/8/layout/orgChart1"/>
    <dgm:cxn modelId="{99BC3ADB-05D4-4348-885C-21ECD6268DD1}" type="presParOf" srcId="{2543B06E-7552-41E4-8A3B-B313DC7A7599}" destId="{C80185B8-ADEB-4568-87DF-029F476ED431}" srcOrd="1" destOrd="0" presId="urn:microsoft.com/office/officeart/2005/8/layout/orgChart1"/>
    <dgm:cxn modelId="{2F1849CC-0D7F-475E-B498-33D523A35D7C}" type="presParOf" srcId="{2543B06E-7552-41E4-8A3B-B313DC7A7599}" destId="{C3B78188-D3E9-40DD-9AFB-F4D988240E47}" srcOrd="2" destOrd="0" presId="urn:microsoft.com/office/officeart/2005/8/layout/orgChart1"/>
    <dgm:cxn modelId="{36E39D83-AE39-40AB-8A8F-D010F26273EA}" type="presParOf" srcId="{387CDB7E-5680-4F98-892D-34D2D2572BF2}" destId="{19541E03-EF1F-4991-BB42-A1D92855A169}" srcOrd="4" destOrd="0" presId="urn:microsoft.com/office/officeart/2005/8/layout/orgChart1"/>
    <dgm:cxn modelId="{215CEABF-E268-4128-81C9-F13DB5739CDC}" type="presParOf" srcId="{387CDB7E-5680-4F98-892D-34D2D2572BF2}" destId="{4F96509C-0B6B-4931-8300-08DEFCF67D0C}" srcOrd="5" destOrd="0" presId="urn:microsoft.com/office/officeart/2005/8/layout/orgChart1"/>
    <dgm:cxn modelId="{EFD47A6C-7D87-4D45-AA1E-A6579AE7F6C2}" type="presParOf" srcId="{4F96509C-0B6B-4931-8300-08DEFCF67D0C}" destId="{D15844D3-ED90-4700-97C6-D48AE9A3DA23}" srcOrd="0" destOrd="0" presId="urn:microsoft.com/office/officeart/2005/8/layout/orgChart1"/>
    <dgm:cxn modelId="{F15FBE0E-C614-4C21-A57F-A3D01D28E914}" type="presParOf" srcId="{D15844D3-ED90-4700-97C6-D48AE9A3DA23}" destId="{639832EB-502F-47A5-9988-40AA46CE6705}" srcOrd="0" destOrd="0" presId="urn:microsoft.com/office/officeart/2005/8/layout/orgChart1"/>
    <dgm:cxn modelId="{21C419DC-6CEA-4E72-AD90-2664194A6F53}" type="presParOf" srcId="{D15844D3-ED90-4700-97C6-D48AE9A3DA23}" destId="{993F8F10-4275-4EBC-A673-318661D6A52C}" srcOrd="1" destOrd="0" presId="urn:microsoft.com/office/officeart/2005/8/layout/orgChart1"/>
    <dgm:cxn modelId="{EEF50407-AB8A-4382-8E57-15D7CE64530A}" type="presParOf" srcId="{4F96509C-0B6B-4931-8300-08DEFCF67D0C}" destId="{5AD79911-A7E4-4E02-875E-30511169FF1E}" srcOrd="1" destOrd="0" presId="urn:microsoft.com/office/officeart/2005/8/layout/orgChart1"/>
    <dgm:cxn modelId="{5EB8F6BE-9A58-45AA-9550-92C53343FBB1}" type="presParOf" srcId="{4F96509C-0B6B-4931-8300-08DEFCF67D0C}" destId="{B622F61F-A9AE-46AE-BD5D-231963125A48}" srcOrd="2" destOrd="0" presId="urn:microsoft.com/office/officeart/2005/8/layout/orgChart1"/>
    <dgm:cxn modelId="{DFB3B014-207E-4984-A81B-8C2DEA5A8AAD}" type="presParOf" srcId="{AD596F73-44C7-44A9-943F-45F284383D68}" destId="{6532266B-0F74-4387-9EF7-3B8381ABFB94}" srcOrd="2" destOrd="0" presId="urn:microsoft.com/office/officeart/2005/8/layout/orgChart1"/>
    <dgm:cxn modelId="{18FCB955-66D8-4C92-AFB4-5B1D101C1458}" type="presParOf" srcId="{6532266B-0F74-4387-9EF7-3B8381ABFB94}" destId="{646D7FDC-1039-46C1-AE6D-73E5F827B4F1}" srcOrd="0" destOrd="0" presId="urn:microsoft.com/office/officeart/2005/8/layout/orgChart1"/>
    <dgm:cxn modelId="{9868FA14-D771-4F32-9245-1FA28305E8C9}" type="presParOf" srcId="{6532266B-0F74-4387-9EF7-3B8381ABFB94}" destId="{F20144DB-DF64-49AB-913E-D29A1D6134BE}" srcOrd="1" destOrd="0" presId="urn:microsoft.com/office/officeart/2005/8/layout/orgChart1"/>
    <dgm:cxn modelId="{1D041C66-3249-440C-BD09-96E32FFE1023}" type="presParOf" srcId="{F20144DB-DF64-49AB-913E-D29A1D6134BE}" destId="{1ACDC5AB-EB5F-455D-925B-58BB15BAD499}" srcOrd="0" destOrd="0" presId="urn:microsoft.com/office/officeart/2005/8/layout/orgChart1"/>
    <dgm:cxn modelId="{359190BE-95EF-4627-8F0F-77704F2C8AB9}" type="presParOf" srcId="{1ACDC5AB-EB5F-455D-925B-58BB15BAD499}" destId="{0D714421-A442-4376-A653-D7B450AE76DE}" srcOrd="0" destOrd="0" presId="urn:microsoft.com/office/officeart/2005/8/layout/orgChart1"/>
    <dgm:cxn modelId="{3D2EDBC1-EB1F-4CF3-92E0-F5C1037748C4}" type="presParOf" srcId="{1ACDC5AB-EB5F-455D-925B-58BB15BAD499}" destId="{25A80182-CE6C-4D74-986F-DB2DEFFD97B2}" srcOrd="1" destOrd="0" presId="urn:microsoft.com/office/officeart/2005/8/layout/orgChart1"/>
    <dgm:cxn modelId="{D68AE8E5-F0CC-4B1A-A222-72EEE24D7326}" type="presParOf" srcId="{F20144DB-DF64-49AB-913E-D29A1D6134BE}" destId="{E5637617-62DB-4712-9BB5-6263E38A8E8C}" srcOrd="1" destOrd="0" presId="urn:microsoft.com/office/officeart/2005/8/layout/orgChart1"/>
    <dgm:cxn modelId="{CA5866B5-A602-4162-A949-E745C96868C1}" type="presParOf" srcId="{F20144DB-DF64-49AB-913E-D29A1D6134BE}" destId="{37049DB7-18EB-4778-B126-BD2A11A91FD8}" srcOrd="2" destOrd="0" presId="urn:microsoft.com/office/officeart/2005/8/layout/orgChart1"/>
  </dgm:cxnLst>
  <dgm:bg/>
  <dgm:whole/>
  <dgm:extLst>
    <a:ext uri="http://schemas.microsoft.com/office/drawing/2008/diagram">
      <dsp:dataModelExt xmlns:dsp="http://schemas.microsoft.com/office/drawing/2008/diagram" relId="rId11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646D7FDC-1039-46C1-AE6D-73E5F827B4F1}">
      <dsp:nvSpPr>
        <dsp:cNvPr id="0" name=""/>
        <dsp:cNvSpPr/>
      </dsp:nvSpPr>
      <dsp:spPr>
        <a:xfrm>
          <a:off x="2834766" y="376186"/>
          <a:ext cx="1387307" cy="1215843"/>
        </a:xfrm>
        <a:custGeom>
          <a:avLst/>
          <a:gdLst/>
          <a:ahLst/>
          <a:cxnLst/>
          <a:rect l="0" t="0" r="0" b="0"/>
          <a:pathLst>
            <a:path>
              <a:moveTo>
                <a:pt x="0" y="1215843"/>
              </a:moveTo>
              <a:lnTo>
                <a:pt x="1387307" y="0"/>
              </a:lnTo>
            </a:path>
          </a:pathLst>
        </a:custGeom>
        <a:noFill/>
        <a:ln w="25400" cap="flat" cmpd="sng" algn="ctr">
          <a:solidFill>
            <a:schemeClr val="accent6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19541E03-EF1F-4991-BB42-A1D92855A169}">
      <dsp:nvSpPr>
        <dsp:cNvPr id="0" name=""/>
        <dsp:cNvSpPr/>
      </dsp:nvSpPr>
      <dsp:spPr>
        <a:xfrm>
          <a:off x="2834766" y="1592029"/>
          <a:ext cx="1574758" cy="1152310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978269"/>
              </a:lnTo>
              <a:lnTo>
                <a:pt x="1574758" y="978269"/>
              </a:lnTo>
              <a:lnTo>
                <a:pt x="1574758" y="1152310"/>
              </a:lnTo>
            </a:path>
          </a:pathLst>
        </a:custGeom>
        <a:noFill/>
        <a:ln w="25400" cap="flat" cmpd="sng" algn="ctr">
          <a:solidFill>
            <a:schemeClr val="accent6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D6366EE1-10FE-402A-89FC-1050616593C8}">
      <dsp:nvSpPr>
        <dsp:cNvPr id="0" name=""/>
        <dsp:cNvSpPr/>
      </dsp:nvSpPr>
      <dsp:spPr>
        <a:xfrm>
          <a:off x="2634155" y="1592029"/>
          <a:ext cx="200611" cy="1151921"/>
        </a:xfrm>
        <a:custGeom>
          <a:avLst/>
          <a:gdLst/>
          <a:ahLst/>
          <a:cxnLst/>
          <a:rect l="0" t="0" r="0" b="0"/>
          <a:pathLst>
            <a:path>
              <a:moveTo>
                <a:pt x="200611" y="0"/>
              </a:moveTo>
              <a:lnTo>
                <a:pt x="200611" y="977879"/>
              </a:lnTo>
              <a:lnTo>
                <a:pt x="0" y="977879"/>
              </a:lnTo>
              <a:lnTo>
                <a:pt x="0" y="1151921"/>
              </a:lnTo>
            </a:path>
          </a:pathLst>
        </a:custGeom>
        <a:noFill/>
        <a:ln w="25400" cap="flat" cmpd="sng" algn="ctr">
          <a:solidFill>
            <a:schemeClr val="accent6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327639FE-F540-4C30-8FFA-9034DBEF4BCB}">
      <dsp:nvSpPr>
        <dsp:cNvPr id="0" name=""/>
        <dsp:cNvSpPr/>
      </dsp:nvSpPr>
      <dsp:spPr>
        <a:xfrm>
          <a:off x="828767" y="1592029"/>
          <a:ext cx="2005999" cy="1151921"/>
        </a:xfrm>
        <a:custGeom>
          <a:avLst/>
          <a:gdLst/>
          <a:ahLst/>
          <a:cxnLst/>
          <a:rect l="0" t="0" r="0" b="0"/>
          <a:pathLst>
            <a:path>
              <a:moveTo>
                <a:pt x="2005999" y="0"/>
              </a:moveTo>
              <a:lnTo>
                <a:pt x="2005999" y="977879"/>
              </a:lnTo>
              <a:lnTo>
                <a:pt x="0" y="977879"/>
              </a:lnTo>
              <a:lnTo>
                <a:pt x="0" y="1151921"/>
              </a:lnTo>
            </a:path>
          </a:pathLst>
        </a:custGeom>
        <a:noFill/>
        <a:ln w="25400" cap="flat" cmpd="sng" algn="ctr">
          <a:solidFill>
            <a:schemeClr val="accent6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FAAE79A0-D520-4CE3-A8BD-6A3EF25F236F}">
      <dsp:nvSpPr>
        <dsp:cNvPr id="0" name=""/>
        <dsp:cNvSpPr/>
      </dsp:nvSpPr>
      <dsp:spPr>
        <a:xfrm>
          <a:off x="1207680" y="763261"/>
          <a:ext cx="3254173" cy="828767"/>
        </a:xfrm>
        <a:prstGeom prst="rect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890" tIns="8890" rIns="8890" bIns="889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1400" kern="1200" dirty="0"/>
            <a:t>Frontend Container</a:t>
          </a:r>
          <a:endParaRPr lang="zh-CN" altLang="en-US" sz="1400" kern="1200" dirty="0"/>
        </a:p>
      </dsp:txBody>
      <dsp:txXfrm>
        <a:off x="1207680" y="763261"/>
        <a:ext cx="3254173" cy="828767"/>
      </dsp:txXfrm>
    </dsp:sp>
    <dsp:sp modelId="{43CFBBA5-A213-48E6-9DF7-72CDDD1813BF}">
      <dsp:nvSpPr>
        <dsp:cNvPr id="0" name=""/>
        <dsp:cNvSpPr/>
      </dsp:nvSpPr>
      <dsp:spPr>
        <a:xfrm>
          <a:off x="0" y="2743950"/>
          <a:ext cx="1657535" cy="828767"/>
        </a:xfrm>
        <a:prstGeom prst="rect">
          <a:avLst/>
        </a:prstGeom>
        <a:solidFill>
          <a:schemeClr val="accent6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890" tIns="8890" rIns="8890" bIns="889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1400" kern="1200" dirty="0"/>
            <a:t>Backend 1</a:t>
          </a:r>
          <a:endParaRPr lang="zh-CN" altLang="en-US" sz="1400" kern="1200" dirty="0"/>
        </a:p>
      </dsp:txBody>
      <dsp:txXfrm>
        <a:off x="0" y="2743950"/>
        <a:ext cx="1657535" cy="828767"/>
      </dsp:txXfrm>
    </dsp:sp>
    <dsp:sp modelId="{842D7D13-66FB-401B-9C77-CCE138DD428C}">
      <dsp:nvSpPr>
        <dsp:cNvPr id="0" name=""/>
        <dsp:cNvSpPr/>
      </dsp:nvSpPr>
      <dsp:spPr>
        <a:xfrm>
          <a:off x="1805387" y="2743950"/>
          <a:ext cx="1657535" cy="828767"/>
        </a:xfrm>
        <a:prstGeom prst="rect">
          <a:avLst/>
        </a:prstGeom>
        <a:solidFill>
          <a:schemeClr val="accent6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890" tIns="8890" rIns="8890" bIns="889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1400" kern="1200" dirty="0"/>
            <a:t>Backend 2</a:t>
          </a:r>
          <a:endParaRPr lang="zh-CN" altLang="en-US" sz="1400" kern="1200" dirty="0"/>
        </a:p>
      </dsp:txBody>
      <dsp:txXfrm>
        <a:off x="1805387" y="2743950"/>
        <a:ext cx="1657535" cy="828767"/>
      </dsp:txXfrm>
    </dsp:sp>
    <dsp:sp modelId="{639832EB-502F-47A5-9988-40AA46CE6705}">
      <dsp:nvSpPr>
        <dsp:cNvPr id="0" name=""/>
        <dsp:cNvSpPr/>
      </dsp:nvSpPr>
      <dsp:spPr>
        <a:xfrm>
          <a:off x="3580757" y="2744340"/>
          <a:ext cx="1657535" cy="828767"/>
        </a:xfrm>
        <a:prstGeom prst="rect">
          <a:avLst/>
        </a:prstGeom>
        <a:solidFill>
          <a:schemeClr val="accent6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890" tIns="8890" rIns="8890" bIns="889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1400" kern="1200" dirty="0"/>
            <a:t>Backend x+1…</a:t>
          </a:r>
          <a:endParaRPr lang="zh-CN" altLang="en-US" sz="1400" kern="1200" dirty="0"/>
        </a:p>
      </dsp:txBody>
      <dsp:txXfrm>
        <a:off x="3580757" y="2744340"/>
        <a:ext cx="1657535" cy="828767"/>
      </dsp:txXfrm>
    </dsp:sp>
    <dsp:sp modelId="{0D714421-A442-4376-A653-D7B450AE76DE}">
      <dsp:nvSpPr>
        <dsp:cNvPr id="0" name=""/>
        <dsp:cNvSpPr/>
      </dsp:nvSpPr>
      <dsp:spPr>
        <a:xfrm>
          <a:off x="4222074" y="0"/>
          <a:ext cx="1447459" cy="752372"/>
        </a:xfrm>
        <a:prstGeom prst="rect">
          <a:avLst/>
        </a:prstGeom>
        <a:solidFill>
          <a:schemeClr val="accent6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890" tIns="8890" rIns="8890" bIns="889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1400" kern="1200" dirty="0"/>
            <a:t>Include:</a:t>
          </a:r>
        </a:p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1400" kern="1200" dirty="0"/>
            <a:t>MongoDB</a:t>
          </a:r>
        </a:p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1400" kern="1200" dirty="0"/>
            <a:t>Chatbot</a:t>
          </a:r>
          <a:endParaRPr lang="zh-CN" altLang="en-US" sz="1400" kern="1200" dirty="0"/>
        </a:p>
      </dsp:txBody>
      <dsp:txXfrm>
        <a:off x="4222074" y="0"/>
        <a:ext cx="1447459" cy="752372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orgChart1">
  <dgm:title val=""/>
  <dgm:desc val=""/>
  <dgm:catLst>
    <dgm:cat type="hierarchy" pri="1000"/>
    <dgm:cat type="convert" pri="6000"/>
  </dgm:catLst>
  <dgm:sampData>
    <dgm:dataModel>
      <dgm:ptLst>
        <dgm:pt modelId="0" type="doc"/>
        <dgm:pt modelId="1">
          <dgm:prSet phldr="1"/>
        </dgm:pt>
        <dgm:pt modelId="2" type="asst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5" srcId="0" destId="1" srcOrd="0" destOrd="0"/>
        <dgm:cxn modelId="6" srcId="1" destId="2" srcOrd="0" destOrd="0"/>
        <dgm:cxn modelId="7" srcId="1" destId="3" srcOrd="1" destOrd="0"/>
        <dgm:cxn modelId="8" srcId="1" destId="4" srcOrd="2" destOrd="0"/>
        <dgm:cxn modelId="9" srcId="1" destId="5" srcOrd="3" destOrd="0"/>
      </dgm:cxnLst>
      <dgm:bg/>
      <dgm:whole/>
    </dgm:dataModel>
  </dgm:sampData>
  <dgm:styleData>
    <dgm:dataModel>
      <dgm:ptLst>
        <dgm:pt modelId="0" type="doc"/>
        <dgm:pt modelId="1"/>
        <dgm:pt modelId="12"/>
        <dgm:pt modelId="13"/>
      </dgm:ptLst>
      <dgm:cxnLst>
        <dgm:cxn modelId="2" srcId="0" destId="1" srcOrd="0" destOrd="0"/>
        <dgm:cxn modelId="16" srcId="1" destId="12" srcOrd="1" destOrd="0"/>
        <dgm:cxn modelId="17" srcId="1" destId="13" srcOrd="2" destOrd="0"/>
      </dgm:cxnLst>
      <dgm:bg/>
      <dgm:whole/>
    </dgm:dataModel>
  </dgm:styleData>
  <dgm:clrData>
    <dgm:dataModel>
      <dgm:ptLst>
        <dgm:pt modelId="0" type="doc"/>
        <dgm:pt modelId="1"/>
        <dgm:pt modelId="11" type="asst"/>
        <dgm:pt modelId="12"/>
        <dgm:pt modelId="13"/>
        <dgm:pt modelId="14"/>
      </dgm:ptLst>
      <dgm:cxnLst>
        <dgm:cxn modelId="2" srcId="0" destId="1" srcOrd="0" destOrd="0"/>
        <dgm:cxn modelId="15" srcId="1" destId="11" srcOrd="0" destOrd="0"/>
        <dgm:cxn modelId="16" srcId="1" destId="12" srcOrd="1" destOrd="0"/>
        <dgm:cxn modelId="17" srcId="1" destId="13" srcOrd="2" destOrd="0"/>
        <dgm:cxn modelId="18" srcId="1" destId="14" srcOrd="2" destOrd="0"/>
      </dgm:cxnLst>
      <dgm:bg/>
      <dgm:whole/>
    </dgm:dataModel>
  </dgm:clrData>
  <dgm:layoutNode name="hierChild1">
    <dgm:varLst>
      <dgm:orgChart val="1"/>
      <dgm:chPref val="1"/>
      <dgm:dir/>
      <dgm:animOne val="branch"/>
      <dgm:animLvl val="lvl"/>
      <dgm:resizeHandles/>
    </dgm:varLst>
    <dgm:choose name="Name0">
      <dgm:if name="Name1" func="var" arg="dir" op="equ" val="norm">
        <dgm:alg type="hierChild">
          <dgm:param type="linDir" val="fromL"/>
        </dgm:alg>
      </dgm:if>
      <dgm:else name="Name2">
        <dgm:alg type="hierChild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w" for="des" forName="rootComposite1" refType="w" fact="10"/>
      <dgm:constr type="h" for="des" forName="rootComposite1" refType="w" refFor="des" refForName="rootComposite1" fact="0.5"/>
      <dgm:constr type="w" for="des" forName="rootComposite" refType="w" fact="10"/>
      <dgm:constr type="h" for="des" forName="rootComposite" refType="w" refFor="des" refForName="rootComposite1" fact="0.5"/>
      <dgm:constr type="w" for="des" forName="rootComposite3" refType="w" fact="10"/>
      <dgm:constr type="h" for="des" forName="rootComposite3" refType="w" refFor="des" refForName="rootComposite1" fact="0.5"/>
      <dgm:constr type="primFontSz" for="des" ptType="node" op="equ"/>
      <dgm:constr type="sp" for="des" op="equ"/>
      <dgm:constr type="sp" for="des" forName="hierRoot1" refType="w" refFor="des" refForName="rootComposite1" fact="0.21"/>
      <dgm:constr type="sp" for="des" forName="hierRoot2" refType="sp" refFor="des" refForName="hierRoot1"/>
      <dgm:constr type="sp" for="des" forName="hierRoot3" refType="sp" refFor="des" refForName="hierRoot1"/>
      <dgm:constr type="sibSp" refType="w" refFor="des" refForName="rootComposite1" fact="0.21"/>
      <dgm:constr type="sibSp" for="des" forName="hierChild2" refType="sibSp"/>
      <dgm:constr type="sibSp" for="des" forName="hierChild3" refType="sibSp"/>
      <dgm:constr type="sibSp" for="des" forName="hierChild4" refType="sibSp"/>
      <dgm:constr type="sibSp" for="des" forName="hierChild5" refType="sibSp"/>
      <dgm:constr type="sibSp" for="des" forName="hierChild6" refType="sibSp"/>
      <dgm:constr type="sibSp" for="des" forName="hierChild7" refType="sibSp"/>
      <dgm:constr type="secSibSp" refType="w" refFor="des" refForName="rootComposite1" fact="0.21"/>
      <dgm:constr type="secSibSp" for="des" forName="hierChild2" refType="secSibSp"/>
      <dgm:constr type="secSibSp" for="des" forName="hierChild3" refType="secSibSp"/>
      <dgm:constr type="secSibSp" for="des" forName="hierChild4" refType="secSibSp"/>
      <dgm:constr type="secSibSp" for="des" forName="hierChild5" refType="secSibSp"/>
      <dgm:constr type="secSibSp" for="des" forName="hierChild6" refType="secSibSp"/>
      <dgm:constr type="secSibSp" for="des" forName="hierChild7" refType="secSibSp"/>
    </dgm:constrLst>
    <dgm:ruleLst/>
    <dgm:forEach name="Name3" axis="ch">
      <dgm:forEach name="Name4" axis="self" ptType="node">
        <dgm:layoutNode name="hierRoot1">
          <dgm:varLst>
            <dgm:hierBranch val="init"/>
          </dgm:varLst>
          <dgm:choose name="Name5">
            <dgm:if name="Name6" func="var" arg="hierBranch" op="equ" val="l">
              <dgm:choose name="Name7">
                <dgm:if name="Name8" axis="ch" ptType="asst" func="cnt" op="gte" val="1">
                  <dgm:alg type="hierRoot">
                    <dgm:param type="hierAlign" val="tR"/>
                  </dgm:alg>
                  <dgm:constrLst>
                    <dgm:constr type="alignOff" val="0.65"/>
                  </dgm:constrLst>
                </dgm:if>
                <dgm:else name="Name9">
                  <dgm:alg type="hierRoot">
                    <dgm:param type="hierAlign" val="tR"/>
                  </dgm:alg>
                  <dgm:constrLst>
                    <dgm:constr type="alignOff" val="0.25"/>
                  </dgm:constrLst>
                </dgm:else>
              </dgm:choose>
            </dgm:if>
            <dgm:if name="Name10" func="var" arg="hierBranch" op="equ" val="r">
              <dgm:choose name="Name11">
                <dgm:if name="Name12" axis="ch" ptType="asst" func="cnt" op="gte" val="1">
                  <dgm:alg type="hierRoot">
                    <dgm:param type="hierAlign" val="tL"/>
                  </dgm:alg>
                  <dgm:constrLst>
                    <dgm:constr type="alignOff" val="0.65"/>
                  </dgm:constrLst>
                </dgm:if>
                <dgm:else name="Name13">
                  <dgm:alg type="hierRoot">
                    <dgm:param type="hierAlign" val="tL"/>
                  </dgm:alg>
                  <dgm:constrLst>
                    <dgm:constr type="alignOff" val="0.25"/>
                  </dgm:constrLst>
                </dgm:else>
              </dgm:choose>
            </dgm:if>
            <dgm:if name="Name14" func="var" arg="hierBranch" op="equ" val="hang">
              <dgm:alg type="hierRoot"/>
              <dgm:constrLst>
                <dgm:constr type="alignOff" val="0.65"/>
              </dgm:constrLst>
            </dgm:if>
            <dgm:else name="Name15">
              <dgm:alg type="hierRoot"/>
              <dgm:constrLst>
                <dgm:constr type="alignOff"/>
                <dgm:constr type="bendDist" for="des" ptType="parTrans" refType="sp" fact="0.5"/>
              </dgm:constrLst>
            </dgm:else>
          </dgm:choose>
          <dgm:shape xmlns:r="http://schemas.openxmlformats.org/officeDocument/2006/relationships" r:blip="">
            <dgm:adjLst/>
          </dgm:shape>
          <dgm:presOf/>
          <dgm:ruleLst/>
          <dgm:layoutNode name="rootComposite1">
            <dgm:alg type="composite"/>
            <dgm:shape xmlns:r="http://schemas.openxmlformats.org/officeDocument/2006/relationships" r:blip="">
              <dgm:adjLst/>
            </dgm:shape>
            <dgm:presOf axis="self" ptType="node" cnt="1"/>
            <dgm:choose name="Name16">
              <dgm:if name="Name17" func="var" arg="hierBranch" op="equ" val="init">
                <dgm:constrLst>
                  <dgm:constr type="l" for="ch" forName="rootText1"/>
                  <dgm:constr type="t" for="ch" forName="rootText1"/>
                  <dgm:constr type="w" for="ch" forName="rootText1" refType="w"/>
                  <dgm:constr type="h" for="ch" forName="rootText1" refType="h"/>
                  <dgm:constr type="l" for="ch" forName="rootConnector1"/>
                  <dgm:constr type="t" for="ch" forName="rootConnector1"/>
                  <dgm:constr type="w" for="ch" forName="rootConnector1" refType="w" refFor="ch" refForName="rootText1" fact="0.2"/>
                  <dgm:constr type="h" for="ch" forName="rootConnector1" refType="h" refFor="ch" refForName="rootText1"/>
                </dgm:constrLst>
              </dgm:if>
              <dgm:if name="Name18" func="var" arg="hierBranch" op="equ" val="l">
                <dgm:constrLst>
                  <dgm:constr type="l" for="ch" forName="rootText1"/>
                  <dgm:constr type="t" for="ch" forName="rootText1"/>
                  <dgm:constr type="w" for="ch" forName="rootText1" refType="w"/>
                  <dgm:constr type="h" for="ch" forName="rootText1" refType="h"/>
                  <dgm:constr type="r" for="ch" forName="rootConnector1" refType="w"/>
                  <dgm:constr type="t" for="ch" forName="rootConnector1"/>
                  <dgm:constr type="w" for="ch" forName="rootConnector1" refType="w" refFor="ch" refForName="rootText1" fact="0.2"/>
                  <dgm:constr type="h" for="ch" forName="rootConnector1" refType="h" refFor="ch" refForName="rootText1"/>
                </dgm:constrLst>
              </dgm:if>
              <dgm:if name="Name19" func="var" arg="hierBranch" op="equ" val="r">
                <dgm:constrLst>
                  <dgm:constr type="l" for="ch" forName="rootText1"/>
                  <dgm:constr type="t" for="ch" forName="rootText1"/>
                  <dgm:constr type="w" for="ch" forName="rootText1" refType="w"/>
                  <dgm:constr type="h" for="ch" forName="rootText1" refType="h"/>
                  <dgm:constr type="l" for="ch" forName="rootConnector1"/>
                  <dgm:constr type="t" for="ch" forName="rootConnector1"/>
                  <dgm:constr type="w" for="ch" forName="rootConnector1" refType="w" refFor="ch" refForName="rootText1" fact="0.2"/>
                  <dgm:constr type="h" for="ch" forName="rootConnector1" refType="h" refFor="ch" refForName="rootText1"/>
                </dgm:constrLst>
              </dgm:if>
              <dgm:else name="Name20">
                <dgm:constrLst>
                  <dgm:constr type="l" for="ch" forName="rootText1"/>
                  <dgm:constr type="t" for="ch" forName="rootText1"/>
                  <dgm:constr type="w" for="ch" forName="rootText1" refType="w"/>
                  <dgm:constr type="h" for="ch" forName="rootText1" refType="h"/>
                  <dgm:constr type="r" for="ch" forName="rootConnector1" refType="w"/>
                  <dgm:constr type="t" for="ch" forName="rootConnector1"/>
                  <dgm:constr type="w" for="ch" forName="rootConnector1" refType="w" refFor="ch" refForName="rootText1" fact="0.2"/>
                  <dgm:constr type="h" for="ch" forName="rootConnector1" refType="h" refFor="ch" refForName="rootText1"/>
                </dgm:constrLst>
              </dgm:else>
            </dgm:choose>
            <dgm:ruleLst/>
            <dgm:layoutNode name="rootText1" styleLbl="node0">
              <dgm:varLst>
                <dgm:chPref val="3"/>
              </dgm:varLst>
              <dgm:alg type="tx"/>
              <dgm:shape xmlns:r="http://schemas.openxmlformats.org/officeDocument/2006/relationships" type="rect" r:blip="">
                <dgm:adjLst/>
              </dgm:shape>
              <dgm:presOf axis="self" ptType="node" cnt="1"/>
              <dgm:constrLst>
                <dgm:constr type="primFontSz" val="65"/>
                <dgm:constr type="lMarg" refType="primFontSz" fact="0.05"/>
                <dgm:constr type="rMarg" refType="primFontSz" fact="0.05"/>
                <dgm:constr type="tMarg" refType="primFontSz" fact="0.05"/>
                <dgm:constr type="bMarg" refType="primFontSz" fact="0.05"/>
              </dgm:constrLst>
              <dgm:ruleLst>
                <dgm:rule type="primFontSz" val="5" fact="NaN" max="NaN"/>
              </dgm:ruleLst>
            </dgm:layoutNode>
            <dgm:layoutNode name="rootConnector1" moveWith="rootText1">
              <dgm:alg type="sp"/>
              <dgm:shape xmlns:r="http://schemas.openxmlformats.org/officeDocument/2006/relationships" type="rect" r:blip="" hideGeom="1">
                <dgm:adjLst/>
              </dgm:shape>
              <dgm:presOf axis="self" ptType="node" cnt="1"/>
              <dgm:constrLst/>
              <dgm:ruleLst/>
            </dgm:layoutNode>
          </dgm:layoutNode>
          <dgm:layoutNode name="hierChild2">
            <dgm:choose name="Name21">
              <dgm:if name="Name22" func="var" arg="hierBranch" op="equ" val="l">
                <dgm:alg type="hierChild">
                  <dgm:param type="chAlign" val="r"/>
                  <dgm:param type="linDir" val="fromT"/>
                </dgm:alg>
              </dgm:if>
              <dgm:if name="Name23" func="var" arg="hierBranch" op="equ" val="r">
                <dgm:alg type="hierChild">
                  <dgm:param type="chAlign" val="l"/>
                  <dgm:param type="linDir" val="fromT"/>
                </dgm:alg>
              </dgm:if>
              <dgm:if name="Name24" func="var" arg="hierBranch" op="equ" val="hang">
                <dgm:choose name="Name25">
                  <dgm:if name="Name26" func="var" arg="dir" op="equ" val="norm">
                    <dgm:alg type="hierChild">
                      <dgm:param type="chAlign" val="l"/>
                      <dgm:param type="linDir" val="fromL"/>
                      <dgm:param type="secChAlign" val="t"/>
                      <dgm:param type="secLinDir" val="fromT"/>
                    </dgm:alg>
                  </dgm:if>
                  <dgm:else name="Name27">
                    <dgm:alg type="hierChild">
                      <dgm:param type="chAlign" val="l"/>
                      <dgm:param type="linDir" val="fromR"/>
                      <dgm:param type="secChAlign" val="t"/>
                      <dgm:param type="secLinDir" val="fromT"/>
                    </dgm:alg>
                  </dgm:else>
                </dgm:choose>
              </dgm:if>
              <dgm:else name="Name28">
                <dgm:choose name="Name29">
                  <dgm:if name="Name30" func="var" arg="dir" op="equ" val="norm">
                    <dgm:alg type="hierChild"/>
                  </dgm:if>
                  <dgm:else name="Name31">
                    <dgm:alg type="hierChild">
                      <dgm:param type="linDir" val="fromR"/>
                    </dgm:alg>
                  </dgm:else>
                </dgm:choose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rep2a" axis="ch" ptType="nonAsst">
              <dgm:forEach name="Name32" axis="precedSib" ptType="parTrans" st="-1" cnt="1">
                <dgm:choose name="Name33">
                  <dgm:if name="Name34" func="var" arg="hierBranch" op="equ" val="std">
                    <dgm:layoutNode name="Name35">
                      <dgm:alg type="conn">
                        <dgm:param type="connRout" val="bend"/>
                        <dgm:param type="dim" val="1D"/>
                        <dgm:param type="endSty" val="noArr"/>
                        <dgm:param type="begPts" val="bCtr"/>
                        <dgm:param type="endPts" val="tCtr"/>
                        <dgm:param type="bendPt" val="end"/>
                      </dgm:alg>
                      <dgm:shape xmlns:r="http://schemas.openxmlformats.org/officeDocument/2006/relationships" type="conn" r:blip="" zOrderOff="-99999">
                        <dgm:adjLst/>
                      </dgm:shape>
                      <dgm:presOf axis="self"/>
                      <dgm:constrLst>
                        <dgm:constr type="begPad"/>
                        <dgm:constr type="endPad"/>
                      </dgm:constrLst>
                      <dgm:ruleLst/>
                    </dgm:layoutNode>
                  </dgm:if>
                  <dgm:if name="Name36" func="var" arg="hierBranch" op="equ" val="init">
                    <dgm:layoutNode name="Name37">
                      <dgm:choose name="Name38">
                        <dgm:if name="Name39" axis="self" func="depth" op="lte" val="2">
                          <dgm:alg type="conn">
                            <dgm:param type="connRout" val="bend"/>
                            <dgm:param type="dim" val="1D"/>
                            <dgm:param type="endSty" val="noArr"/>
                            <dgm:param type="begPts" val="bCtr"/>
                            <dgm:param type="endPts" val="tCtr"/>
                            <dgm:param type="bendPt" val="end"/>
                          </dgm:alg>
                        </dgm:if>
                        <dgm:else name="Name40">
                          <dgm:choose name="Name41">
                            <dgm:if name="Name42" axis="par des" func="maxDepth" op="lte" val="1">
                              <dgm:choose name="Name43">
                                <dgm:if name="Name44" axis="par ch" ptType="node asst" func="cnt" op="gte" val="1">
                                  <dgm:alg type="conn">
                                    <dgm:param type="connRout" val="bend"/>
                                    <dgm:param type="dim" val="1D"/>
                                    <dgm:param type="endSty" val="noArr"/>
                                    <dgm:param type="begPts" val="bCtr"/>
                                    <dgm:param type="endPts" val="midL midR"/>
                                  </dgm:alg>
                                </dgm:if>
                                <dgm:else name="Name45">
                                  <dgm:alg type="conn">
                                    <dgm:param type="connRout" val="bend"/>
                                    <dgm:param type="dim" val="1D"/>
                                    <dgm:param type="endSty" val="noArr"/>
                                    <dgm:param type="begPts" val="bCtr"/>
                                    <dgm:param type="endPts" val="midL midR"/>
                                    <dgm:param type="srcNode" val="rootConnector"/>
                                  </dgm:alg>
                                </dgm:else>
                              </dgm:choose>
                            </dgm:if>
                            <dgm:else name="Name46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tCtr"/>
                                <dgm:param type="bendPt" val="end"/>
                              </dgm:alg>
                            </dgm:else>
                          </dgm:choose>
                        </dgm:else>
                      </dgm:choose>
                      <dgm:shape xmlns:r="http://schemas.openxmlformats.org/officeDocument/2006/relationships" type="conn" r:blip="" zOrderOff="-99999">
                        <dgm:adjLst/>
                      </dgm:shape>
                      <dgm:presOf axis="self"/>
                      <dgm:constrLst>
                        <dgm:constr type="begPad"/>
                        <dgm:constr type="endPad"/>
                      </dgm:constrLst>
                      <dgm:ruleLst/>
                    </dgm:layoutNode>
                  </dgm:if>
                  <dgm:if name="Name47" func="var" arg="hierBranch" op="equ" val="hang">
                    <dgm:layoutNode name="Name48">
                      <dgm:alg type="conn">
                        <dgm:param type="connRout" val="bend"/>
                        <dgm:param type="dim" val="1D"/>
                        <dgm:param type="endSty" val="noArr"/>
                        <dgm:param type="begPts" val="bCtr"/>
                        <dgm:param type="endPts" val="midL midR"/>
                      </dgm:alg>
                      <dgm:shape xmlns:r="http://schemas.openxmlformats.org/officeDocument/2006/relationships" type="conn" r:blip="" zOrderOff="-99999">
                        <dgm:adjLst/>
                      </dgm:shape>
                      <dgm:presOf axis="self"/>
                      <dgm:constrLst>
                        <dgm:constr type="begPad"/>
                        <dgm:constr type="endPad"/>
                      </dgm:constrLst>
                      <dgm:ruleLst/>
                    </dgm:layoutNode>
                  </dgm:if>
                  <dgm:else name="Name49">
                    <dgm:layoutNode name="Name50">
                      <dgm:choose name="Name51">
                        <dgm:if name="Name52" axis="self" func="depth" op="lte" val="2">
                          <dgm:choose name="Name53">
                            <dgm:if name="Name54" axis="par ch" ptType="node asst" func="cnt" op="gte" val="1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midL midR"/>
                              </dgm:alg>
                            </dgm:if>
                            <dgm:else name="Name55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midL midR"/>
                                <dgm:param type="srcNode" val="rootConnector1"/>
                              </dgm:alg>
                            </dgm:else>
                          </dgm:choose>
                        </dgm:if>
                        <dgm:else name="Name56">
                          <dgm:choose name="Name57">
                            <dgm:if name="Name58" axis="par ch" ptType="node asst" func="cnt" op="gte" val="1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midL midR"/>
                              </dgm:alg>
                            </dgm:if>
                            <dgm:else name="Name59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midL midR"/>
                                <dgm:param type="srcNode" val="rootConnector"/>
                              </dgm:alg>
                            </dgm:else>
                          </dgm:choose>
                        </dgm:else>
                      </dgm:choose>
                      <dgm:shape xmlns:r="http://schemas.openxmlformats.org/officeDocument/2006/relationships" type="conn" r:blip="" zOrderOff="-99999">
                        <dgm:adjLst/>
                      </dgm:shape>
                      <dgm:presOf axis="self"/>
                      <dgm:constrLst>
                        <dgm:constr type="begPad"/>
                        <dgm:constr type="endPad"/>
                      </dgm:constrLst>
                      <dgm:ruleLst/>
                    </dgm:layoutNode>
                  </dgm:else>
                </dgm:choose>
              </dgm:forEach>
              <dgm:layoutNode name="hierRoot2">
                <dgm:varLst>
                  <dgm:hierBranch val="init"/>
                </dgm:varLst>
                <dgm:choose name="Name60">
                  <dgm:if name="Name61" func="var" arg="hierBranch" op="equ" val="l">
                    <dgm:choose name="Name62">
                      <dgm:if name="Name63" axis="ch" ptType="asst" func="cnt" op="gte" val="1">
                        <dgm:alg type="hierRoot">
                          <dgm:param type="hierAlign" val="tR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65"/>
                        </dgm:constrLst>
                      </dgm:if>
                      <dgm:else name="Name64">
                        <dgm:alg type="hierRoot">
                          <dgm:param type="hierAlign" val="tR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25"/>
                        </dgm:constrLst>
                      </dgm:else>
                    </dgm:choose>
                  </dgm:if>
                  <dgm:if name="Name65" func="var" arg="hierBranch" op="equ" val="r">
                    <dgm:choose name="Name66">
                      <dgm:if name="Name67" axis="ch" ptType="asst" func="cnt" op="gte" val="1">
                        <dgm:alg type="hierRoot">
                          <dgm:param type="hierAlign" val="tL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65"/>
                        </dgm:constrLst>
                      </dgm:if>
                      <dgm:else name="Name68">
                        <dgm:alg type="hierRoot">
                          <dgm:param type="hierAlign" val="tL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25"/>
                        </dgm:constrLst>
                      </dgm:else>
                    </dgm:choose>
                  </dgm:if>
                  <dgm:if name="Name69" func="var" arg="hierBranch" op="equ" val="std">
                    <dgm:alg type="hierRoot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/>
                      <dgm:constr type="bendDist" for="des" ptType="parTrans" refType="sp" fact="0.5"/>
                    </dgm:constrLst>
                  </dgm:if>
                  <dgm:if name="Name70" func="var" arg="hierBranch" op="equ" val="init">
                    <dgm:choose name="Name71">
                      <dgm:if name="Name72" axis="des" func="maxDepth" op="lte" val="1">
                        <dgm:choose name="Name73">
                          <dgm:if name="Name74" axis="ch" ptType="asst" func="cnt" op="gte" val="1">
                            <dgm:alg type="hierRoot">
                              <dgm:param type="hierAlign" val="tL"/>
                            </dgm:alg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>
                              <dgm:constr type="alignOff" val="0.65"/>
                            </dgm:constrLst>
                          </dgm:if>
                          <dgm:else name="Name75">
                            <dgm:alg type="hierRoot">
                              <dgm:param type="hierAlign" val="tL"/>
                            </dgm:alg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>
                              <dgm:constr type="alignOff" val="0.25"/>
                            </dgm:constrLst>
                          </dgm:else>
                        </dgm:choose>
                      </dgm:if>
                      <dgm:else name="Name76">
                        <dgm:alg type="hierRoot"/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/>
                          <dgm:constr type="bendDist" for="des" ptType="parTrans" refType="sp" fact="0.5"/>
                        </dgm:constrLst>
                      </dgm:else>
                    </dgm:choose>
                  </dgm:if>
                  <dgm:else name="Name77">
                    <dgm:alg type="hierRoot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 val="0.65"/>
                    </dgm:constrLst>
                  </dgm:else>
                </dgm:choose>
                <dgm:ruleLst/>
                <dgm:layoutNode name="rootComposite">
                  <dgm:alg type="composite"/>
                  <dgm:shape xmlns:r="http://schemas.openxmlformats.org/officeDocument/2006/relationships" r:blip="">
                    <dgm:adjLst/>
                  </dgm:shape>
                  <dgm:presOf axis="self" ptType="node" cnt="1"/>
                  <dgm:choose name="Name78">
                    <dgm:if name="Name79" func="var" arg="hierBranch" op="equ" val="init">
                      <dgm:constrLst>
                        <dgm:constr type="l" for="ch" forName="rootText"/>
                        <dgm:constr type="t" for="ch" forName="rootText"/>
                        <dgm:constr type="w" for="ch" forName="rootText" refType="w"/>
                        <dgm:constr type="h" for="ch" forName="rootText" refType="h"/>
                        <dgm:constr type="l" for="ch" forName="rootConnector"/>
                        <dgm:constr type="t" for="ch" forName="rootConnector"/>
                        <dgm:constr type="w" for="ch" forName="rootConnector" refType="w" refFor="ch" refForName="rootText" fact="0.2"/>
                        <dgm:constr type="h" for="ch" forName="rootConnector" refType="h" refFor="ch" refForName="rootText"/>
                      </dgm:constrLst>
                    </dgm:if>
                    <dgm:if name="Name80" func="var" arg="hierBranch" op="equ" val="l">
                      <dgm:constrLst>
                        <dgm:constr type="l" for="ch" forName="rootText"/>
                        <dgm:constr type="t" for="ch" forName="rootText"/>
                        <dgm:constr type="w" for="ch" forName="rootText" refType="w"/>
                        <dgm:constr type="h" for="ch" forName="rootText" refType="h"/>
                        <dgm:constr type="r" for="ch" forName="rootConnector" refType="w"/>
                        <dgm:constr type="t" for="ch" forName="rootConnector"/>
                        <dgm:constr type="w" for="ch" forName="rootConnector" refType="w" refFor="ch" refForName="rootText" fact="0.2"/>
                        <dgm:constr type="h" for="ch" forName="rootConnector" refType="h" refFor="ch" refForName="rootText"/>
                      </dgm:constrLst>
                    </dgm:if>
                    <dgm:if name="Name81" func="var" arg="hierBranch" op="equ" val="r">
                      <dgm:constrLst>
                        <dgm:constr type="l" for="ch" forName="rootText"/>
                        <dgm:constr type="t" for="ch" forName="rootText"/>
                        <dgm:constr type="w" for="ch" forName="rootText" refType="w"/>
                        <dgm:constr type="h" for="ch" forName="rootText" refType="h"/>
                        <dgm:constr type="l" for="ch" forName="rootConnector"/>
                        <dgm:constr type="t" for="ch" forName="rootConnector"/>
                        <dgm:constr type="w" for="ch" forName="rootConnector" refType="w" refFor="ch" refForName="rootText" fact="0.2"/>
                        <dgm:constr type="h" for="ch" forName="rootConnector" refType="h" refFor="ch" refForName="rootText"/>
                      </dgm:constrLst>
                    </dgm:if>
                    <dgm:else name="Name82">
                      <dgm:constrLst>
                        <dgm:constr type="l" for="ch" forName="rootText"/>
                        <dgm:constr type="t" for="ch" forName="rootText"/>
                        <dgm:constr type="w" for="ch" forName="rootText" refType="w"/>
                        <dgm:constr type="h" for="ch" forName="rootText" refType="h"/>
                        <dgm:constr type="r" for="ch" forName="rootConnector" refType="w"/>
                        <dgm:constr type="t" for="ch" forName="rootConnector"/>
                        <dgm:constr type="w" for="ch" forName="rootConnector" refType="w" refFor="ch" refForName="rootText" fact="0.2"/>
                        <dgm:constr type="h" for="ch" forName="rootConnector" refType="h" refFor="ch" refForName="rootText"/>
                      </dgm:constrLst>
                    </dgm:else>
                  </dgm:choose>
                  <dgm:ruleLst/>
                  <dgm:layoutNode name="rootText">
                    <dgm:varLst>
                      <dgm:chPref val="3"/>
                    </dgm:varLst>
                    <dgm:alg type="tx"/>
                    <dgm:shape xmlns:r="http://schemas.openxmlformats.org/officeDocument/2006/relationships" type="rect" r:blip="">
                      <dgm:adjLst/>
                    </dgm:shape>
                    <dgm:presOf axis="self" ptType="node" cnt="1"/>
                    <dgm:constrLst>
                      <dgm:constr type="primFontSz" val="65"/>
                      <dgm:constr type="lMarg" refType="primFontSz" fact="0.05"/>
                      <dgm:constr type="rMarg" refType="primFontSz" fact="0.05"/>
                      <dgm:constr type="tMarg" refType="primFontSz" fact="0.05"/>
                      <dgm:constr type="bMarg" refType="primFontSz" fact="0.05"/>
                    </dgm:constrLst>
                    <dgm:ruleLst>
                      <dgm:rule type="primFontSz" val="5" fact="NaN" max="NaN"/>
                    </dgm:ruleLst>
                  </dgm:layoutNode>
                  <dgm:layoutNode name="rootConnector" moveWith="rootText">
                    <dgm:alg type="sp"/>
                    <dgm:shape xmlns:r="http://schemas.openxmlformats.org/officeDocument/2006/relationships" type="rect" r:blip="" hideGeom="1">
                      <dgm:adjLst/>
                    </dgm:shape>
                    <dgm:presOf axis="self" ptType="node" cnt="1"/>
                    <dgm:constrLst/>
                    <dgm:ruleLst/>
                  </dgm:layoutNode>
                </dgm:layoutNode>
                <dgm:layoutNode name="hierChild4">
                  <dgm:choose name="Name83">
                    <dgm:if name="Name84" func="var" arg="hierBranch" op="equ" val="l">
                      <dgm:alg type="hierChild">
                        <dgm:param type="chAlign" val="r"/>
                        <dgm:param type="linDir" val="fromT"/>
                      </dgm:alg>
                    </dgm:if>
                    <dgm:if name="Name85" func="var" arg="hierBranch" op="equ" val="r">
                      <dgm:alg type="hierChild">
                        <dgm:param type="chAlign" val="l"/>
                        <dgm:param type="linDir" val="fromT"/>
                      </dgm:alg>
                    </dgm:if>
                    <dgm:if name="Name86" func="var" arg="hierBranch" op="equ" val="hang">
                      <dgm:choose name="Name87">
                        <dgm:if name="Name88" func="var" arg="dir" op="equ" val="norm">
                          <dgm:alg type="hierChild">
                            <dgm:param type="chAlign" val="l"/>
                            <dgm:param type="linDir" val="fromL"/>
                            <dgm:param type="secChAlign" val="t"/>
                            <dgm:param type="secLinDir" val="fromT"/>
                          </dgm:alg>
                        </dgm:if>
                        <dgm:else name="Name89">
                          <dgm:alg type="hierChild">
                            <dgm:param type="chAlign" val="l"/>
                            <dgm:param type="linDir" val="fromR"/>
                            <dgm:param type="secChAlign" val="t"/>
                            <dgm:param type="secLinDir" val="fromT"/>
                          </dgm:alg>
                        </dgm:else>
                      </dgm:choose>
                    </dgm:if>
                    <dgm:if name="Name90" func="var" arg="hierBranch" op="equ" val="std">
                      <dgm:choose name="Name91">
                        <dgm:if name="Name92" func="var" arg="dir" op="equ" val="norm">
                          <dgm:alg type="hierChild"/>
                        </dgm:if>
                        <dgm:else name="Name93">
                          <dgm:alg type="hierChild">
                            <dgm:param type="linDir" val="fromR"/>
                          </dgm:alg>
                        </dgm:else>
                      </dgm:choose>
                    </dgm:if>
                    <dgm:if name="Name94" func="var" arg="hierBranch" op="equ" val="init">
                      <dgm:choose name="Name95">
                        <dgm:if name="Name96" axis="des" func="maxDepth" op="lte" val="1">
                          <dgm:alg type="hierChild">
                            <dgm:param type="chAlign" val="l"/>
                            <dgm:param type="linDir" val="fromT"/>
                          </dgm:alg>
                        </dgm:if>
                        <dgm:else name="Name97">
                          <dgm:choose name="Name98">
                            <dgm:if name="Name99" func="var" arg="dir" op="equ" val="norm">
                              <dgm:alg type="hierChild"/>
                            </dgm:if>
                            <dgm:else name="Name100">
                              <dgm:alg type="hierChild">
                                <dgm:param type="linDir" val="fromR"/>
                              </dgm:alg>
                            </dgm:else>
                          </dgm:choose>
                        </dgm:else>
                      </dgm:choose>
                    </dgm:if>
                    <dgm:else name="Name101"/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forEach name="Name102" ref="rep2a"/>
                </dgm:layoutNode>
                <dgm:layoutNode name="hierChild5">
                  <dgm:choose name="Name103">
                    <dgm:if name="Name104" func="var" arg="dir" op="equ" val="norm">
                      <dgm:alg type="hierChild">
                        <dgm:param type="chAlign" val="l"/>
                        <dgm:param type="linDir" val="fromL"/>
                        <dgm:param type="secChAlign" val="t"/>
                        <dgm:param type="secLinDir" val="fromT"/>
                      </dgm:alg>
                    </dgm:if>
                    <dgm:else name="Name105">
                      <dgm:alg type="hierChild">
                        <dgm:param type="chAlign" val="l"/>
                        <dgm:param type="linDir" val="fromR"/>
                        <dgm:param type="secChAlign" val="t"/>
                        <dgm:param type="secLinDir" val="fromT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forEach name="Name106" ref="rep2b"/>
                </dgm:layoutNode>
              </dgm:layoutNode>
            </dgm:forEach>
          </dgm:layoutNode>
          <dgm:layoutNode name="hierChild3">
            <dgm:choose name="Name107">
              <dgm:if name="Name108" func="var" arg="dir" op="equ" val="norm">
                <dgm:alg type="hierChild">
                  <dgm:param type="chAlign" val="l"/>
                  <dgm:param type="linDir" val="fromL"/>
                  <dgm:param type="secChAlign" val="t"/>
                  <dgm:param type="secLinDir" val="fromT"/>
                </dgm:alg>
              </dgm:if>
              <dgm:else name="Name109">
                <dgm:alg type="hierChild">
                  <dgm:param type="chAlign" val="l"/>
                  <dgm:param type="linDir" val="fromR"/>
                  <dgm:param type="secChAlign" val="t"/>
                  <dgm:param type="secLinDir" val="fromT"/>
                </dgm:alg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rep2b" axis="ch" ptType="asst">
              <dgm:forEach name="Name110" axis="precedSib" ptType="parTrans" st="-1" cnt="1">
                <dgm:layoutNode name="Name111">
                  <dgm:alg type="conn">
                    <dgm:param type="connRout" val="bend"/>
                    <dgm:param type="dim" val="1D"/>
                    <dgm:param type="endSty" val="noArr"/>
                    <dgm:param type="begPts" val="bCtr"/>
                    <dgm:param type="endPts" val="midL midR"/>
                  </dgm:alg>
                  <dgm:shape xmlns:r="http://schemas.openxmlformats.org/officeDocument/2006/relationships" type="conn" r:blip="" zOrderOff="-99999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  <dgm:ruleLst/>
                </dgm:layoutNode>
              </dgm:forEach>
              <dgm:layoutNode name="hierRoot3">
                <dgm:varLst>
                  <dgm:hierBranch val="init"/>
                </dgm:varLst>
                <dgm:choose name="Name112">
                  <dgm:if name="Name113" func="var" arg="hierBranch" op="equ" val="l">
                    <dgm:alg type="hierRoot">
                      <dgm:param type="hierAlign" val="tR"/>
                    </dgm:alg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 val="0.65"/>
                    </dgm:constrLst>
                  </dgm:if>
                  <dgm:if name="Name114" func="var" arg="hierBranch" op="equ" val="r">
                    <dgm:alg type="hierRoot">
                      <dgm:param type="hierAlign" val="tL"/>
                    </dgm:alg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 val="0.65"/>
                    </dgm:constrLst>
                  </dgm:if>
                  <dgm:if name="Name115" func="var" arg="hierBranch" op="equ" val="hang">
                    <dgm:alg type="hierRoot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 val="0.65"/>
                    </dgm:constrLst>
                  </dgm:if>
                  <dgm:if name="Name116" func="var" arg="hierBranch" op="equ" val="std">
                    <dgm:alg type="hierRoot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/>
                      <dgm:constr type="bendDist" for="des" ptType="parTrans" refType="sp" fact="0.5"/>
                    </dgm:constrLst>
                  </dgm:if>
                  <dgm:if name="Name117" func="var" arg="hierBranch" op="equ" val="init">
                    <dgm:choose name="Name118">
                      <dgm:if name="Name119" axis="des" func="maxDepth" op="lte" val="1">
                        <dgm:alg type="hierRoot">
                          <dgm:param type="hierAlign" val="tL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65"/>
                        </dgm:constrLst>
                      </dgm:if>
                      <dgm:else name="Name120">
                        <dgm:alg type="hierRoot"/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/>
                          <dgm:constr type="bendDist" for="des" ptType="parTrans" refType="sp" fact="0.5"/>
                        </dgm:constrLst>
                      </dgm:else>
                    </dgm:choose>
                  </dgm:if>
                  <dgm:else name="Name121"/>
                </dgm:choose>
                <dgm:ruleLst/>
                <dgm:layoutNode name="rootComposite3">
                  <dgm:alg type="composite"/>
                  <dgm:shape xmlns:r="http://schemas.openxmlformats.org/officeDocument/2006/relationships" r:blip="">
                    <dgm:adjLst/>
                  </dgm:shape>
                  <dgm:presOf axis="self" ptType="node" cnt="1"/>
                  <dgm:choose name="Name122">
                    <dgm:if name="Name123" func="var" arg="hierBranch" op="equ" val="init">
                      <dgm:constrLst>
                        <dgm:constr type="l" for="ch" forName="rootText3"/>
                        <dgm:constr type="t" for="ch" forName="rootText3"/>
                        <dgm:constr type="w" for="ch" forName="rootText3" refType="w"/>
                        <dgm:constr type="h" for="ch" forName="rootText3" refType="h"/>
                        <dgm:constr type="l" for="ch" forName="rootConnector3"/>
                        <dgm:constr type="t" for="ch" forName="rootConnector3"/>
                        <dgm:constr type="w" for="ch" forName="rootConnector3" refType="w" refFor="ch" refForName="rootText3" fact="0.2"/>
                        <dgm:constr type="h" for="ch" forName="rootConnector3" refType="h" refFor="ch" refForName="rootText3"/>
                      </dgm:constrLst>
                    </dgm:if>
                    <dgm:if name="Name124" func="var" arg="hierBranch" op="equ" val="l">
                      <dgm:constrLst>
                        <dgm:constr type="l" for="ch" forName="rootText3"/>
                        <dgm:constr type="t" for="ch" forName="rootText3"/>
                        <dgm:constr type="w" for="ch" forName="rootText3" refType="w"/>
                        <dgm:constr type="h" for="ch" forName="rootText3" refType="h"/>
                        <dgm:constr type="r" for="ch" forName="rootConnector3" refType="w"/>
                        <dgm:constr type="t" for="ch" forName="rootConnector3"/>
                        <dgm:constr type="w" for="ch" forName="rootConnector3" refType="w" refFor="ch" refForName="rootText3" fact="0.2"/>
                        <dgm:constr type="h" for="ch" forName="rootConnector3" refType="h" refFor="ch" refForName="rootText3"/>
                      </dgm:constrLst>
                    </dgm:if>
                    <dgm:if name="Name125" func="var" arg="hierBranch" op="equ" val="r">
                      <dgm:constrLst>
                        <dgm:constr type="l" for="ch" forName="rootText3"/>
                        <dgm:constr type="t" for="ch" forName="rootText3"/>
                        <dgm:constr type="w" for="ch" forName="rootText3" refType="w"/>
                        <dgm:constr type="h" for="ch" forName="rootText3" refType="h"/>
                        <dgm:constr type="l" for="ch" forName="rootConnector3"/>
                        <dgm:constr type="t" for="ch" forName="rootConnector3"/>
                        <dgm:constr type="w" for="ch" forName="rootConnector3" refType="w" refFor="ch" refForName="rootText3" fact="0.2"/>
                        <dgm:constr type="h" for="ch" forName="rootConnector3" refType="h" refFor="ch" refForName="rootText3"/>
                      </dgm:constrLst>
                    </dgm:if>
                    <dgm:else name="Name126">
                      <dgm:constrLst>
                        <dgm:constr type="l" for="ch" forName="rootText3"/>
                        <dgm:constr type="t" for="ch" forName="rootText3"/>
                        <dgm:constr type="w" for="ch" forName="rootText3" refType="w"/>
                        <dgm:constr type="h" for="ch" forName="rootText3" refType="h"/>
                        <dgm:constr type="r" for="ch" forName="rootConnector3" refType="w"/>
                        <dgm:constr type="t" for="ch" forName="rootConnector3"/>
                        <dgm:constr type="w" for="ch" forName="rootConnector3" refType="w" refFor="ch" refForName="rootText3" fact="0.2"/>
                        <dgm:constr type="h" for="ch" forName="rootConnector3" refType="h" refFor="ch" refForName="rootText3"/>
                      </dgm:constrLst>
                    </dgm:else>
                  </dgm:choose>
                  <dgm:ruleLst/>
                  <dgm:layoutNode name="rootText3">
                    <dgm:varLst>
                      <dgm:chPref val="3"/>
                    </dgm:varLst>
                    <dgm:alg type="tx"/>
                    <dgm:shape xmlns:r="http://schemas.openxmlformats.org/officeDocument/2006/relationships" type="rect" r:blip="">
                      <dgm:adjLst/>
                    </dgm:shape>
                    <dgm:presOf axis="self" ptType="node" cnt="1"/>
                    <dgm:constrLst>
                      <dgm:constr type="primFontSz" val="65"/>
                      <dgm:constr type="lMarg" refType="primFontSz" fact="0.05"/>
                      <dgm:constr type="rMarg" refType="primFontSz" fact="0.05"/>
                      <dgm:constr type="tMarg" refType="primFontSz" fact="0.05"/>
                      <dgm:constr type="bMarg" refType="primFontSz" fact="0.05"/>
                    </dgm:constrLst>
                    <dgm:ruleLst>
                      <dgm:rule type="primFontSz" val="5" fact="NaN" max="NaN"/>
                    </dgm:ruleLst>
                  </dgm:layoutNode>
                  <dgm:layoutNode name="rootConnector3" moveWith="rootText1">
                    <dgm:alg type="sp"/>
                    <dgm:shape xmlns:r="http://schemas.openxmlformats.org/officeDocument/2006/relationships" type="rect" r:blip="" hideGeom="1">
                      <dgm:adjLst/>
                    </dgm:shape>
                    <dgm:presOf axis="self" ptType="node" cnt="1"/>
                    <dgm:constrLst/>
                    <dgm:ruleLst/>
                  </dgm:layoutNode>
                </dgm:layoutNode>
                <dgm:layoutNode name="hierChild6">
                  <dgm:choose name="Name127">
                    <dgm:if name="Name128" func="var" arg="hierBranch" op="equ" val="l">
                      <dgm:alg type="hierChild">
                        <dgm:param type="chAlign" val="r"/>
                        <dgm:param type="linDir" val="fromT"/>
                      </dgm:alg>
                    </dgm:if>
                    <dgm:if name="Name129" func="var" arg="hierBranch" op="equ" val="r">
                      <dgm:alg type="hierChild">
                        <dgm:param type="chAlign" val="l"/>
                        <dgm:param type="linDir" val="fromT"/>
                      </dgm:alg>
                    </dgm:if>
                    <dgm:if name="Name130" func="var" arg="hierBranch" op="equ" val="hang">
                      <dgm:choose name="Name131">
                        <dgm:if name="Name132" func="var" arg="dir" op="equ" val="norm">
                          <dgm:alg type="hierChild">
                            <dgm:param type="chAlign" val="l"/>
                            <dgm:param type="linDir" val="fromL"/>
                            <dgm:param type="secChAlign" val="t"/>
                            <dgm:param type="secLinDir" val="fromT"/>
                          </dgm:alg>
                        </dgm:if>
                        <dgm:else name="Name133">
                          <dgm:alg type="hierChild">
                            <dgm:param type="chAlign" val="l"/>
                            <dgm:param type="linDir" val="fromR"/>
                            <dgm:param type="secChAlign" val="t"/>
                            <dgm:param type="secLinDir" val="fromT"/>
                          </dgm:alg>
                        </dgm:else>
                      </dgm:choose>
                    </dgm:if>
                    <dgm:if name="Name134" func="var" arg="hierBranch" op="equ" val="std">
                      <dgm:choose name="Name135">
                        <dgm:if name="Name136" func="var" arg="dir" op="equ" val="norm">
                          <dgm:alg type="hierChild"/>
                        </dgm:if>
                        <dgm:else name="Name137">
                          <dgm:alg type="hierChild">
                            <dgm:param type="linDir" val="fromR"/>
                          </dgm:alg>
                        </dgm:else>
                      </dgm:choose>
                    </dgm:if>
                    <dgm:if name="Name138" func="var" arg="hierBranch" op="equ" val="init">
                      <dgm:choose name="Name139">
                        <dgm:if name="Name140" axis="des" func="maxDepth" op="lte" val="1">
                          <dgm:alg type="hierChild">
                            <dgm:param type="chAlign" val="l"/>
                            <dgm:param type="linDir" val="fromT"/>
                          </dgm:alg>
                        </dgm:if>
                        <dgm:else name="Name141">
                          <dgm:alg type="hierChild"/>
                        </dgm:else>
                      </dgm:choose>
                    </dgm:if>
                    <dgm:else name="Name142"/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forEach name="Name143" ref="rep2a"/>
                </dgm:layoutNode>
                <dgm:layoutNode name="hierChild7">
                  <dgm:choose name="Name144">
                    <dgm:if name="Name145" func="var" arg="dir" op="equ" val="norm">
                      <dgm:alg type="hierChild">
                        <dgm:param type="chAlign" val="l"/>
                        <dgm:param type="linDir" val="fromL"/>
                        <dgm:param type="secChAlign" val="t"/>
                        <dgm:param type="secLinDir" val="fromT"/>
                      </dgm:alg>
                    </dgm:if>
                    <dgm:else name="Name146">
                      <dgm:alg type="hierChild">
                        <dgm:param type="chAlign" val="l"/>
                        <dgm:param type="linDir" val="fromR"/>
                        <dgm:param type="secChAlign" val="t"/>
                        <dgm:param type="secLinDir" val="fromT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forEach name="Name147" ref="rep2b"/>
                </dgm:layoutNode>
              </dgm:layoutNode>
            </dgm:forEach>
          </dgm:layoutNode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7268E1E-0E44-426D-905E-8AD9B19D2182}" type="datetimeFigureOut">
              <a:rPr lang="cs-CZ" smtClean="0"/>
              <a:t>14.04.2026</a:t>
            </a:fld>
            <a:endParaRPr lang="cs-CZ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cs-CZ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cs-CZ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71B2431-D351-4C6E-A3CF-9DFAC0E3E050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179888911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indent="0" algn="l">
              <a:lnSpc>
                <a:spcPct val="100000"/>
              </a:lnSpc>
            </a:pPr>
            <a:r>
              <a:rPr lang="en-US" sz="1400" b="0" i="0" u="none" strike="noStrike" dirty="0">
                <a:solidFill>
                  <a:srgbClr val="000000"/>
                </a:solidFill>
              </a:rPr>
              <a:t>Hello everyone, welcome to our presentation.</a:t>
            </a:r>
            <a:br>
              <a:rPr lang="en-US" sz="1400" b="0" i="0" u="none" strike="noStrike" dirty="0">
                <a:solidFill>
                  <a:srgbClr val="000000"/>
                </a:solidFill>
              </a:rPr>
            </a:br>
            <a:r>
              <a:rPr lang="en-US" sz="1400" b="0" i="0" u="none" strike="noStrike" dirty="0">
                <a:solidFill>
                  <a:srgbClr val="000000"/>
                </a:solidFill>
              </a:rPr>
              <a:t>Today, we will introduce our group project: a scalable Telegram chatbot with multi-LLM failover.</a:t>
            </a:r>
            <a:br>
              <a:rPr lang="en-US" sz="1400" b="0" i="0" u="none" strike="noStrike" dirty="0">
                <a:solidFill>
                  <a:srgbClr val="000000"/>
                </a:solidFill>
              </a:rPr>
            </a:br>
            <a:r>
              <a:rPr lang="en-US" sz="1400" b="0" i="0" u="none" strike="noStrike" dirty="0">
                <a:solidFill>
                  <a:srgbClr val="000000"/>
                </a:solidFill>
              </a:rPr>
              <a:t>We built a Telegram chatbot that keeps the user side stable, while the backend side can switch across different LLM services with logging, failover, and automated cloud deployment.</a:t>
            </a:r>
            <a:br>
              <a:rPr lang="en-US" sz="1400" b="0" i="0" u="none" strike="noStrike" dirty="0">
                <a:solidFill>
                  <a:srgbClr val="000000"/>
                </a:solidFill>
              </a:rPr>
            </a:br>
            <a:r>
              <a:rPr lang="en-US" sz="1400" b="0" i="0" u="none" strike="noStrike" dirty="0">
                <a:solidFill>
                  <a:srgbClr val="000000"/>
                </a:solidFill>
              </a:rPr>
              <a:t>Let's dive in.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indent="0" algn="l">
              <a:lnSpc>
                <a:spcPct val="100000"/>
              </a:lnSpc>
            </a:pPr>
            <a:r>
              <a:rPr lang="en-US" sz="1400" b="0" i="0" u="none" strike="noStrike" dirty="0">
                <a:solidFill>
                  <a:srgbClr val="000000"/>
                </a:solidFill>
              </a:rPr>
              <a:t>Here's the agenda for today's presentation.</a:t>
            </a:r>
            <a:br>
              <a:rPr lang="en-US" sz="1400" b="0" i="0" u="none" strike="noStrike" dirty="0">
                <a:solidFill>
                  <a:srgbClr val="000000"/>
                </a:solidFill>
              </a:rPr>
            </a:br>
            <a:r>
              <a:rPr lang="en-US" sz="1400" b="0" i="0" u="none" strike="noStrike" dirty="0">
                <a:solidFill>
                  <a:srgbClr val="000000"/>
                </a:solidFill>
              </a:rPr>
              <a:t>We will start with the project background and goals, then move on to the system architecture, user flow, and key features.</a:t>
            </a:r>
            <a:br>
              <a:rPr lang="en-US" sz="1400" b="0" i="0" u="none" strike="noStrike" dirty="0">
                <a:solidFill>
                  <a:srgbClr val="000000"/>
                </a:solidFill>
              </a:rPr>
            </a:br>
            <a:r>
              <a:rPr lang="en-US" sz="1400" b="0" i="0" u="none" strike="noStrike" dirty="0">
                <a:solidFill>
                  <a:srgbClr val="000000"/>
                </a:solidFill>
              </a:rPr>
              <a:t>We'll discuss the system's reliability and scalability, followed by the backend design and LLM integration details.</a:t>
            </a:r>
            <a:br>
              <a:rPr lang="en-US" sz="1400" b="0" i="0" u="none" strike="noStrike" dirty="0">
                <a:solidFill>
                  <a:srgbClr val="000000"/>
                </a:solidFill>
              </a:rPr>
            </a:br>
            <a:r>
              <a:rPr lang="en-US" sz="1400" b="0" i="0" u="none" strike="noStrike" dirty="0">
                <a:solidFill>
                  <a:srgbClr val="000000"/>
                </a:solidFill>
              </a:rPr>
              <a:t>Finally, we'll cover the database, logging, DevOps practices, and conclude with a summary.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indent="0" algn="l">
              <a:lnSpc>
                <a:spcPct val="100000"/>
              </a:lnSpc>
            </a:pPr>
            <a:r>
              <a:rPr lang="en-US" sz="1400" b="0" i="0" u="none" strike="noStrike" dirty="0">
                <a:solidFill>
                  <a:srgbClr val="000000"/>
                </a:solidFill>
              </a:rPr>
              <a:t>Our project focuses on building a Telegram chatbot designed for cloud deployment and powered by Large Language Models.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indent="0" algn="l">
              <a:lnSpc>
                <a:spcPct val="100000"/>
              </a:lnSpc>
            </a:pPr>
            <a:r>
              <a:rPr lang="en-US" sz="1400" b="0" i="0" u="none" strike="noStrike" dirty="0">
                <a:solidFill>
                  <a:srgbClr val="000000"/>
                </a:solidFill>
              </a:rPr>
              <a:t>The system architecture is designed for flexibility.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CBD85B-1BF0-57D0-8632-A041A343FE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5E37BF6A-B21C-FD5B-AE30-1522A46064E0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6FEF8D1-B033-11BB-99DC-016E669BDA3E}"/>
              </a:ext>
            </a:extLst>
          </p:cNvPr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>
            <a:extLst>
              <a:ext uri="{FF2B5EF4-FFF2-40B4-BE49-F238E27FC236}">
                <a16:creationId xmlns:a16="http://schemas.microsoft.com/office/drawing/2014/main" id="{F599F11B-DCB6-74AB-1DAA-3E0D3353503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>
            <a:extLst>
              <a:ext uri="{FF2B5EF4-FFF2-40B4-BE49-F238E27FC236}">
                <a16:creationId xmlns:a16="http://schemas.microsoft.com/office/drawing/2014/main" id="{8B73E24F-2620-CFF3-D074-17B1D09C8C1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indent="0" algn="l">
              <a:lnSpc>
                <a:spcPct val="100000"/>
              </a:lnSpc>
            </a:pPr>
            <a:r>
              <a:rPr lang="en-US" sz="1400" b="0" i="0" u="none" strike="noStrike" dirty="0">
                <a:solidFill>
                  <a:srgbClr val="000000"/>
                </a:solidFill>
              </a:rPr>
              <a:t>The user experience is straightforward.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4FA9614-8D57-AF26-AF7A-DDB2C1E989EA}"/>
              </a:ext>
            </a:extLst>
          </p:cNvPr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F2000B6-0170-3B31-CC6E-8455258D57C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  <p:extLst>
      <p:ext uri="{BB962C8B-B14F-4D97-AF65-F5344CB8AC3E}">
        <p14:creationId xmlns:p14="http://schemas.microsoft.com/office/powerpoint/2010/main" val="78738207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indent="0" algn="l">
              <a:lnSpc>
                <a:spcPct val="100000"/>
              </a:lnSpc>
            </a:pPr>
            <a:r>
              <a:rPr lang="en-US" sz="1400" b="0" i="0" u="none" strike="noStrike" dirty="0">
                <a:solidFill>
                  <a:srgbClr val="000000"/>
                </a:solidFill>
              </a:rPr>
              <a:t>The core feature of our design is its reliability and scalability.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indent="0" algn="l">
              <a:lnSpc>
                <a:spcPct val="100000"/>
              </a:lnSpc>
            </a:pPr>
            <a:endParaRPr lang="en-US" sz="1400" b="0" i="0" u="none" strike="noStrike" dirty="0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indent="0" algn="l">
              <a:lnSpc>
                <a:spcPct val="100000"/>
              </a:lnSpc>
            </a:pPr>
            <a:r>
              <a:rPr lang="en-US" sz="1400" b="0" i="0" u="none" strike="noStrike" dirty="0">
                <a:solidFill>
                  <a:srgbClr val="000000"/>
                </a:solidFill>
              </a:rPr>
              <a:t>We use MongoDB to persist user settings and detailed chat logs.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indent="0" algn="l">
              <a:lnSpc>
                <a:spcPct val="100000"/>
              </a:lnSpc>
            </a:pPr>
            <a:r>
              <a:rPr lang="en-US" sz="1400" b="0" i="0" u="none" strike="noStrike" dirty="0">
                <a:solidFill>
                  <a:srgbClr val="000000"/>
                </a:solidFill>
              </a:rPr>
              <a:t>Our project embraces DevOps principles.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indent="0" algn="l">
              <a:lnSpc>
                <a:spcPct val="100000"/>
              </a:lnSpc>
            </a:pPr>
            <a:r>
              <a:rPr lang="en-US" sz="1400" b="0" i="0" u="none" strike="noStrike" dirty="0">
                <a:solidFill>
                  <a:srgbClr val="000000"/>
                </a:solidFill>
              </a:rPr>
              <a:t>In conclusion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标题幻灯片" type="title">
  <p:cSld name="TITLE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Shape 30"/>
          <p:cNvSpPr txBox="1">
            <a:spLocks noGrp="1"/>
          </p:cNvSpPr>
          <p:nvPr>
            <p:ph type="ctrTitle"/>
          </p:nvPr>
        </p:nvSpPr>
        <p:spPr>
          <a:xfrm>
            <a:off x="1143000" y="841772"/>
            <a:ext cx="6858000" cy="179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500"/>
              <a:buFont typeface="Arial"/>
              <a:buNone/>
              <a:defRPr sz="4500"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13" name="Shape 31"/>
          <p:cNvSpPr txBox="1">
            <a:spLocks noGrp="1"/>
          </p:cNvSpPr>
          <p:nvPr>
            <p:ph type="subTitle" idx="1"/>
          </p:nvPr>
        </p:nvSpPr>
        <p:spPr>
          <a:xfrm>
            <a:off x="1143000" y="2701528"/>
            <a:ext cx="6858000" cy="12418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lvl="0" algn="ctr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1pPr>
            <a:lvl2pPr lvl="1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sz="15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9pPr>
          </a:lstStyle>
          <a:p>
            <a:endParaRPr/>
          </a:p>
        </p:txBody>
      </p:sp>
      <p:sp>
        <p:nvSpPr>
          <p:cNvPr id="14" name="Shape 32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15" name="Shape 33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16" name="Shape 34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标题和内容" type="obj">
  <p:cSld name="OBJECT">
    <p:spTree>
      <p:nvGrpSpPr>
        <p:cNvPr id="1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Shape 54"/>
          <p:cNvSpPr txBox="1">
            <a:spLocks noGrp="1"/>
          </p:cNvSpPr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19" name="Shape 55"/>
          <p:cNvSpPr txBox="1">
            <a:spLocks noGrp="1"/>
          </p:cNvSpPr>
          <p:nvPr>
            <p:ph type="body" idx="1"/>
          </p:nvPr>
        </p:nvSpPr>
        <p:spPr>
          <a:xfrm>
            <a:off x="628650" y="1369219"/>
            <a:ext cx="7886700" cy="3263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20" name="Shape 56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21" name="Shape 57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22" name="Shape 58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节标题" type="secHead">
  <p:cSld name="SECTION_HEADER">
    <p:spTree>
      <p:nvGrpSpPr>
        <p:cNvPr id="1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Shape 59"/>
          <p:cNvSpPr txBox="1">
            <a:spLocks noGrp="1"/>
          </p:cNvSpPr>
          <p:nvPr>
            <p:ph type="title"/>
          </p:nvPr>
        </p:nvSpPr>
        <p:spPr>
          <a:xfrm>
            <a:off x="623888" y="1282304"/>
            <a:ext cx="7886700" cy="21395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500"/>
              <a:buFont typeface="Arial"/>
              <a:buNone/>
              <a:defRPr sz="4500"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25" name="Shape 60"/>
          <p:cNvSpPr txBox="1">
            <a:spLocks noGrp="1"/>
          </p:cNvSpPr>
          <p:nvPr>
            <p:ph type="body" idx="1"/>
          </p:nvPr>
        </p:nvSpPr>
        <p:spPr>
          <a:xfrm>
            <a:off x="623888" y="3442097"/>
            <a:ext cx="7886700" cy="11251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 sz="150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26" name="Shape 61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27" name="Shape 62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28" name="Shape 63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两栏内容" type="twoObj">
  <p:cSld name="TWO_OBJECTS">
    <p:spTree>
      <p:nvGrpSpPr>
        <p:cNvPr id="1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Shape 9"/>
          <p:cNvSpPr txBox="1">
            <a:spLocks noGrp="1"/>
          </p:cNvSpPr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31" name="Shape 10"/>
          <p:cNvSpPr txBox="1">
            <a:spLocks noGrp="1"/>
          </p:cNvSpPr>
          <p:nvPr>
            <p:ph type="body" idx="1"/>
          </p:nvPr>
        </p:nvSpPr>
        <p:spPr>
          <a:xfrm>
            <a:off x="628650" y="1369219"/>
            <a:ext cx="3886200" cy="3263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32" name="Shape 11"/>
          <p:cNvSpPr txBox="1">
            <a:spLocks noGrp="1"/>
          </p:cNvSpPr>
          <p:nvPr>
            <p:ph type="body" idx="2"/>
          </p:nvPr>
        </p:nvSpPr>
        <p:spPr>
          <a:xfrm>
            <a:off x="4629150" y="1369219"/>
            <a:ext cx="3886200" cy="3263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33" name="Shape 12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34" name="Shape 13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35" name="Shape 14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比较" type="twoTxTwoObj">
  <p:cSld name="TWO_OBJECTS_WITH_TEXT">
    <p:spTree>
      <p:nvGrpSpPr>
        <p:cNvPr id="1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Shape 35"/>
          <p:cNvSpPr txBox="1">
            <a:spLocks noGrp="1"/>
          </p:cNvSpPr>
          <p:nvPr>
            <p:ph type="title"/>
          </p:nvPr>
        </p:nvSpPr>
        <p:spPr>
          <a:xfrm>
            <a:off x="629841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38" name="Shape 36"/>
          <p:cNvSpPr txBox="1">
            <a:spLocks noGrp="1"/>
          </p:cNvSpPr>
          <p:nvPr>
            <p:ph type="body" idx="1"/>
          </p:nvPr>
        </p:nvSpPr>
        <p:spPr>
          <a:xfrm>
            <a:off x="629841" y="1260872"/>
            <a:ext cx="3868340" cy="6179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1pPr>
            <a:lvl2pPr marL="914400" lvl="1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sz="1500" b="1"/>
            </a:lvl2pPr>
            <a:lvl3pPr marL="1371600" lvl="2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1"/>
            </a:lvl3pPr>
            <a:lvl4pPr marL="1828800" lvl="3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4pPr>
            <a:lvl5pPr marL="2286000" lvl="4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5pPr>
            <a:lvl6pPr marL="2743200" lvl="5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6pPr>
            <a:lvl7pPr marL="3200400" lvl="6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7pPr>
            <a:lvl8pPr marL="3657600" lvl="7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8pPr>
            <a:lvl9pPr marL="4114800" lvl="8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9pPr>
          </a:lstStyle>
          <a:p>
            <a:endParaRPr/>
          </a:p>
        </p:txBody>
      </p:sp>
      <p:sp>
        <p:nvSpPr>
          <p:cNvPr id="39" name="Shape 37"/>
          <p:cNvSpPr txBox="1">
            <a:spLocks noGrp="1"/>
          </p:cNvSpPr>
          <p:nvPr>
            <p:ph type="body" idx="2"/>
          </p:nvPr>
        </p:nvSpPr>
        <p:spPr>
          <a:xfrm>
            <a:off x="629841" y="1878806"/>
            <a:ext cx="3868340" cy="27634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40" name="Shape 38"/>
          <p:cNvSpPr txBox="1">
            <a:spLocks noGrp="1"/>
          </p:cNvSpPr>
          <p:nvPr>
            <p:ph type="body" idx="3"/>
          </p:nvPr>
        </p:nvSpPr>
        <p:spPr>
          <a:xfrm>
            <a:off x="4629150" y="1260872"/>
            <a:ext cx="3887391" cy="6179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1pPr>
            <a:lvl2pPr marL="914400" lvl="1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sz="1500" b="1"/>
            </a:lvl2pPr>
            <a:lvl3pPr marL="1371600" lvl="2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1"/>
            </a:lvl3pPr>
            <a:lvl4pPr marL="1828800" lvl="3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4pPr>
            <a:lvl5pPr marL="2286000" lvl="4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5pPr>
            <a:lvl6pPr marL="2743200" lvl="5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6pPr>
            <a:lvl7pPr marL="3200400" lvl="6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7pPr>
            <a:lvl8pPr marL="3657600" lvl="7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8pPr>
            <a:lvl9pPr marL="4114800" lvl="8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9pPr>
          </a:lstStyle>
          <a:p>
            <a:endParaRPr/>
          </a:p>
        </p:txBody>
      </p:sp>
      <p:sp>
        <p:nvSpPr>
          <p:cNvPr id="41" name="Shape 39"/>
          <p:cNvSpPr txBox="1">
            <a:spLocks noGrp="1"/>
          </p:cNvSpPr>
          <p:nvPr>
            <p:ph type="body" idx="4"/>
          </p:nvPr>
        </p:nvSpPr>
        <p:spPr>
          <a:xfrm>
            <a:off x="4629150" y="1878806"/>
            <a:ext cx="3887391" cy="27634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42" name="Shape 40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43" name="Shape 41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44" name="Shape 42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仅标题" type="titleOnly">
  <p:cSld name="TITLE_ONLY">
    <p:spTree>
      <p:nvGrpSpPr>
        <p:cNvPr id="1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Shape 20"/>
          <p:cNvSpPr txBox="1">
            <a:spLocks noGrp="1"/>
          </p:cNvSpPr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47" name="Shape 21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48" name="Shape 22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49" name="Shape 23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空白" type="blank">
  <p:cSld name="BLANK"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Shape 6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52" name="Shape 7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53" name="Shape 8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内容与标题" type="objTx">
  <p:cSld name="OBJECT_WITH_CAPTION_TEXT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Shape 43"/>
          <p:cNvSpPr txBox="1">
            <a:spLocks noGrp="1"/>
          </p:cNvSpPr>
          <p:nvPr>
            <p:ph type="title"/>
          </p:nvPr>
        </p:nvSpPr>
        <p:spPr>
          <a:xfrm>
            <a:off x="629841" y="342900"/>
            <a:ext cx="2949178" cy="12001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56" name="Shape 44"/>
          <p:cNvSpPr txBox="1">
            <a:spLocks noGrp="1"/>
          </p:cNvSpPr>
          <p:nvPr>
            <p:ph type="body" idx="1"/>
          </p:nvPr>
        </p:nvSpPr>
        <p:spPr>
          <a:xfrm>
            <a:off x="3887391" y="740569"/>
            <a:ext cx="4629150" cy="365521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810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619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Char char="•"/>
              <a:defRPr sz="2100"/>
            </a:lvl2pPr>
            <a:lvl3pPr marL="1371600" lvl="2" indent="-3429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4pPr>
            <a:lvl5pPr marL="2286000" lvl="4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5pPr>
            <a:lvl6pPr marL="2743200" lvl="5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6pPr>
            <a:lvl7pPr marL="3200400" lvl="6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7pPr>
            <a:lvl8pPr marL="3657600" lvl="7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8pPr>
            <a:lvl9pPr marL="4114800" lvl="8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9pPr>
          </a:lstStyle>
          <a:p>
            <a:endParaRPr/>
          </a:p>
        </p:txBody>
      </p:sp>
      <p:sp>
        <p:nvSpPr>
          <p:cNvPr id="57" name="Shape 45"/>
          <p:cNvSpPr txBox="1">
            <a:spLocks noGrp="1"/>
          </p:cNvSpPr>
          <p:nvPr>
            <p:ph type="body" idx="2"/>
          </p:nvPr>
        </p:nvSpPr>
        <p:spPr>
          <a:xfrm>
            <a:off x="629841" y="1543050"/>
            <a:ext cx="2949178" cy="28586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1pPr>
            <a:lvl2pPr marL="914400" lvl="1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sz="1100"/>
            </a:lvl2pPr>
            <a:lvl3pPr marL="1371600" lvl="2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3pPr>
            <a:lvl4pPr marL="1828800" lvl="3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4pPr>
            <a:lvl5pPr marL="2286000" lvl="4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5pPr>
            <a:lvl6pPr marL="2743200" lvl="5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6pPr>
            <a:lvl7pPr marL="3200400" lvl="6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7pPr>
            <a:lvl8pPr marL="3657600" lvl="7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8pPr>
            <a:lvl9pPr marL="4114800" lvl="8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9pPr>
          </a:lstStyle>
          <a:p>
            <a:endParaRPr/>
          </a:p>
        </p:txBody>
      </p:sp>
      <p:sp>
        <p:nvSpPr>
          <p:cNvPr id="58" name="Shape 46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59" name="Shape 47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60" name="Shape 48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图片与标题" type="picTx">
  <p:cSld name="PICTURE_WITH_CAPTION_TEXT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Shape 24"/>
          <p:cNvSpPr txBox="1">
            <a:spLocks noGrp="1"/>
          </p:cNvSpPr>
          <p:nvPr>
            <p:ph type="title"/>
          </p:nvPr>
        </p:nvSpPr>
        <p:spPr>
          <a:xfrm>
            <a:off x="629841" y="342900"/>
            <a:ext cx="2949178" cy="12001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63" name="Shape 25"/>
          <p:cNvSpPr>
            <a:spLocks noGrp="1"/>
          </p:cNvSpPr>
          <p:nvPr>
            <p:ph type="pic" idx="2"/>
          </p:nvPr>
        </p:nvSpPr>
        <p:spPr>
          <a:xfrm>
            <a:off x="3887391" y="740569"/>
            <a:ext cx="4629150" cy="3655219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Shape 26"/>
          <p:cNvSpPr txBox="1">
            <a:spLocks noGrp="1"/>
          </p:cNvSpPr>
          <p:nvPr>
            <p:ph type="body" idx="1"/>
          </p:nvPr>
        </p:nvSpPr>
        <p:spPr>
          <a:xfrm>
            <a:off x="629841" y="1543050"/>
            <a:ext cx="2949178" cy="28586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1pPr>
            <a:lvl2pPr marL="914400" lvl="1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sz="1100"/>
            </a:lvl2pPr>
            <a:lvl3pPr marL="1371600" lvl="2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3pPr>
            <a:lvl4pPr marL="1828800" lvl="3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4pPr>
            <a:lvl5pPr marL="2286000" lvl="4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5pPr>
            <a:lvl6pPr marL="2743200" lvl="5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6pPr>
            <a:lvl7pPr marL="3200400" lvl="6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7pPr>
            <a:lvl8pPr marL="3657600" lvl="7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8pPr>
            <a:lvl9pPr marL="4114800" lvl="8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9pPr>
          </a:lstStyle>
          <a:p>
            <a:endParaRPr/>
          </a:p>
        </p:txBody>
      </p:sp>
      <p:sp>
        <p:nvSpPr>
          <p:cNvPr id="65" name="Shape 27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66" name="Shape 28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67" name="Shape 29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标题和竖排文字" type="vertTx">
  <p:cSld name="VERTICAL_TEXT"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Shape 49"/>
          <p:cNvSpPr txBox="1">
            <a:spLocks noGrp="1"/>
          </p:cNvSpPr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70" name="Shape 50"/>
          <p:cNvSpPr txBox="1">
            <a:spLocks noGrp="1"/>
          </p:cNvSpPr>
          <p:nvPr>
            <p:ph type="body" idx="1"/>
          </p:nvPr>
        </p:nvSpPr>
        <p:spPr>
          <a:xfrm rot="5400000">
            <a:off x="2940248" y="-942379"/>
            <a:ext cx="3263504" cy="788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71" name="Shape 51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72" name="Shape 52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73" name="Shape 53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竖排标题与文本" type="vertTitleAndTx">
  <p:cSld name="VERTICAL_TITLE_AND_VERTICAL_TEXT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Shape 15"/>
          <p:cNvSpPr txBox="1">
            <a:spLocks noGrp="1"/>
          </p:cNvSpPr>
          <p:nvPr>
            <p:ph type="title"/>
          </p:nvPr>
        </p:nvSpPr>
        <p:spPr>
          <a:xfrm rot="5400000">
            <a:off x="5350073" y="1467445"/>
            <a:ext cx="4358879" cy="19716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76" name="Shape 16"/>
          <p:cNvSpPr txBox="1">
            <a:spLocks noGrp="1"/>
          </p:cNvSpPr>
          <p:nvPr>
            <p:ph type="body" idx="1"/>
          </p:nvPr>
        </p:nvSpPr>
        <p:spPr>
          <a:xfrm rot="5400000">
            <a:off x="1349573" y="-447080"/>
            <a:ext cx="4358879" cy="58007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77" name="Shape 17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78" name="Shape 18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79" name="Shape 19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2" Type="http://schemas.openxmlformats.org/officeDocument/2006/relationships/theme" Target="../theme/theme2.xml"/><Relationship Id="rId1" Type="http://schemas.openxmlformats.org/officeDocument/2006/relationships/slideLayout" Target="../slideLayouts/slideLayout1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hape 1"/>
          <p:cNvSpPr txBox="1">
            <a:spLocks noGrp="1"/>
          </p:cNvSpPr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Arial"/>
              <a:buNone/>
              <a:defRPr sz="33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9pPr>
          </a:lstStyle>
          <a:p>
            <a:endParaRPr/>
          </a:p>
        </p:txBody>
      </p:sp>
      <p:sp>
        <p:nvSpPr>
          <p:cNvPr id="7" name="Shape 2"/>
          <p:cNvSpPr txBox="1">
            <a:spLocks noGrp="1"/>
          </p:cNvSpPr>
          <p:nvPr>
            <p:ph type="body" idx="1"/>
          </p:nvPr>
        </p:nvSpPr>
        <p:spPr>
          <a:xfrm>
            <a:off x="628650" y="1369219"/>
            <a:ext cx="7886700" cy="3263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marR="0" lvl="0" indent="-361950" algn="l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•"/>
              <a:defRPr sz="21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429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2385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sz="15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8" name="Shape 3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9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9" name="Shape 4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100"/>
              <a:buNone/>
              <a:defRPr sz="9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0" name="Shape 5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默认主题">
    <p:bg>
      <p:bgPr>
        <a:solidFill>
          <a:srgbClr val="FFFFFF">
            <a:alpha val="100000"/>
          </a:srgbClr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dk2" tx2="lt2" accent1="accent1" accent2="accent2" accent3="accent3" accent4="accent4" accent5="accent5" accent6="accent6" hlink="hlink" folHlink="folHlink"/>
  <p:sldLayoutIdLst>
    <p:sldLayoutId id="2157483699" r:id="rId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svg"/><Relationship Id="rId3" Type="http://schemas.openxmlformats.org/officeDocument/2006/relationships/image" Target="../media/image1.jpeg"/><Relationship Id="rId7" Type="http://schemas.openxmlformats.org/officeDocument/2006/relationships/image" Target="../media/image5.sv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4.svg"/><Relationship Id="rId5" Type="http://schemas.openxmlformats.org/officeDocument/2006/relationships/image" Target="../media/image3.svg"/><Relationship Id="rId4" Type="http://schemas.openxmlformats.org/officeDocument/2006/relationships/image" Target="../media/image2.jpe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svg"/><Relationship Id="rId3" Type="http://schemas.openxmlformats.org/officeDocument/2006/relationships/image" Target="../media/image7.jpeg"/><Relationship Id="rId7" Type="http://schemas.openxmlformats.org/officeDocument/2006/relationships/image" Target="../media/image11.sv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10.svg"/><Relationship Id="rId11" Type="http://schemas.openxmlformats.org/officeDocument/2006/relationships/image" Target="../media/image15.svg"/><Relationship Id="rId5" Type="http://schemas.openxmlformats.org/officeDocument/2006/relationships/image" Target="../media/image9.svg"/><Relationship Id="rId10" Type="http://schemas.openxmlformats.org/officeDocument/2006/relationships/image" Target="../media/image14.svg"/><Relationship Id="rId4" Type="http://schemas.openxmlformats.org/officeDocument/2006/relationships/image" Target="../media/image8.svg"/><Relationship Id="rId9" Type="http://schemas.openxmlformats.org/officeDocument/2006/relationships/image" Target="../media/image13.sv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svg"/><Relationship Id="rId3" Type="http://schemas.openxmlformats.org/officeDocument/2006/relationships/image" Target="../media/image7.jpeg"/><Relationship Id="rId7" Type="http://schemas.openxmlformats.org/officeDocument/2006/relationships/image" Target="../media/image19.sv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18.svg"/><Relationship Id="rId5" Type="http://schemas.openxmlformats.org/officeDocument/2006/relationships/image" Target="../media/image17.svg"/><Relationship Id="rId4" Type="http://schemas.openxmlformats.org/officeDocument/2006/relationships/image" Target="../media/image16.jpe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diagramLayout" Target="../diagrams/layout1.xml"/><Relationship Id="rId3" Type="http://schemas.openxmlformats.org/officeDocument/2006/relationships/image" Target="../media/image7.jpeg"/><Relationship Id="rId7" Type="http://schemas.openxmlformats.org/officeDocument/2006/relationships/diagramData" Target="../diagrams/data1.xm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12.svg"/><Relationship Id="rId11" Type="http://schemas.microsoft.com/office/2007/relationships/diagramDrawing" Target="../diagrams/drawing1.xml"/><Relationship Id="rId5" Type="http://schemas.openxmlformats.org/officeDocument/2006/relationships/image" Target="../media/image13.svg"/><Relationship Id="rId10" Type="http://schemas.openxmlformats.org/officeDocument/2006/relationships/diagramColors" Target="../diagrams/colors1.xml"/><Relationship Id="rId4" Type="http://schemas.openxmlformats.org/officeDocument/2006/relationships/image" Target="../media/image6.svg"/><Relationship Id="rId9" Type="http://schemas.openxmlformats.org/officeDocument/2006/relationships/diagramQuickStyle" Target="../diagrams/quickStyle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e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22.png"/><Relationship Id="rId5" Type="http://schemas.openxmlformats.org/officeDocument/2006/relationships/image" Target="../media/image21.svg"/><Relationship Id="rId4" Type="http://schemas.openxmlformats.org/officeDocument/2006/relationships/image" Target="../media/image20.sv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26.png"/><Relationship Id="rId3" Type="http://schemas.openxmlformats.org/officeDocument/2006/relationships/image" Target="../media/image7.jpeg"/><Relationship Id="rId7" Type="http://schemas.openxmlformats.org/officeDocument/2006/relationships/image" Target="../media/image2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24.png"/><Relationship Id="rId5" Type="http://schemas.openxmlformats.org/officeDocument/2006/relationships/image" Target="../media/image23.svg"/><Relationship Id="rId4" Type="http://schemas.openxmlformats.org/officeDocument/2006/relationships/image" Target="../media/image12.sv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29.png"/><Relationship Id="rId3" Type="http://schemas.openxmlformats.org/officeDocument/2006/relationships/image" Target="../media/image7.jpeg"/><Relationship Id="rId7" Type="http://schemas.openxmlformats.org/officeDocument/2006/relationships/image" Target="../media/image28.sv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27.svg"/><Relationship Id="rId5" Type="http://schemas.openxmlformats.org/officeDocument/2006/relationships/image" Target="../media/image18.svg"/><Relationship Id="rId10" Type="http://schemas.openxmlformats.org/officeDocument/2006/relationships/image" Target="../media/image31.png"/><Relationship Id="rId4" Type="http://schemas.openxmlformats.org/officeDocument/2006/relationships/image" Target="../media/image12.svg"/><Relationship Id="rId9" Type="http://schemas.openxmlformats.org/officeDocument/2006/relationships/image" Target="../media/image30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34.png"/><Relationship Id="rId3" Type="http://schemas.openxmlformats.org/officeDocument/2006/relationships/image" Target="../media/image7.jpeg"/><Relationship Id="rId7" Type="http://schemas.openxmlformats.org/officeDocument/2006/relationships/image" Target="../media/image21.sv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33.svg"/><Relationship Id="rId5" Type="http://schemas.openxmlformats.org/officeDocument/2006/relationships/image" Target="../media/image8.svg"/><Relationship Id="rId10" Type="http://schemas.openxmlformats.org/officeDocument/2006/relationships/image" Target="../media/image36.png"/><Relationship Id="rId4" Type="http://schemas.openxmlformats.org/officeDocument/2006/relationships/image" Target="../media/image32.svg"/><Relationship Id="rId9" Type="http://schemas.openxmlformats.org/officeDocument/2006/relationships/image" Target="../media/image35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40.svg"/><Relationship Id="rId3" Type="http://schemas.openxmlformats.org/officeDocument/2006/relationships/image" Target="../media/image7.jpeg"/><Relationship Id="rId7" Type="http://schemas.openxmlformats.org/officeDocument/2006/relationships/image" Target="../media/image39.sv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38.svg"/><Relationship Id="rId5" Type="http://schemas.openxmlformats.org/officeDocument/2006/relationships/image" Target="../media/image12.svg"/><Relationship Id="rId10" Type="http://schemas.openxmlformats.org/officeDocument/2006/relationships/image" Target="../media/image42.png"/><Relationship Id="rId4" Type="http://schemas.openxmlformats.org/officeDocument/2006/relationships/image" Target="../media/image37.jpeg"/><Relationship Id="rId9" Type="http://schemas.openxmlformats.org/officeDocument/2006/relationships/image" Target="../media/image41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jpe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12.svg"/><Relationship Id="rId5" Type="http://schemas.openxmlformats.org/officeDocument/2006/relationships/image" Target="../media/image44.svg"/><Relationship Id="rId4" Type="http://schemas.openxmlformats.org/officeDocument/2006/relationships/image" Target="../media/image17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/>
          <a:tile tx="0" ty="0" sx="100000" sy="100000" flip="none" algn="tl"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4"/>
          <a:srcRect l="7142" t="7142" r="7142" b="714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3" name="AutoShape 3"/>
          <p:cNvSpPr/>
          <p:nvPr/>
        </p:nvSpPr>
        <p:spPr>
          <a:xfrm>
            <a:off x="0" y="0"/>
            <a:ext cx="12192000" cy="6858000"/>
          </a:xfrm>
          <a:prstGeom prst="roundRect">
            <a:avLst>
              <a:gd name="adj" fmla="val 0"/>
            </a:avLst>
          </a:prstGeom>
          <a:gradFill rotWithShape="1">
            <a:gsLst>
              <a:gs pos="0">
                <a:srgbClr val="FFFFFF">
                  <a:alpha val="95000"/>
                </a:srgbClr>
              </a:gs>
              <a:gs pos="40000">
                <a:srgbClr val="FFFFFF">
                  <a:alpha val="85000"/>
                </a:srgbClr>
              </a:gs>
              <a:gs pos="100000">
                <a:srgbClr val="FFFFFF">
                  <a:alpha val="20000"/>
                </a:srgbClr>
              </a:gs>
            </a:gsLst>
            <a:lin ang="0"/>
          </a:gra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4" name="AutoShape 4"/>
          <p:cNvSpPr/>
          <p:nvPr/>
        </p:nvSpPr>
        <p:spPr>
          <a:xfrm>
            <a:off x="762000" y="1651000"/>
            <a:ext cx="106680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3600" b="1" i="0" u="none" strike="noStrike" dirty="0">
                <a:solidFill>
                  <a:srgbClr val="1F2937"/>
                </a:solidFill>
                <a:latin typeface="Poppins"/>
                <a:ea typeface="Poppins"/>
                <a:cs typeface="Poppins"/>
                <a:sym typeface="Poppins"/>
              </a:rPr>
              <a:t>COMP7940 Group Project - Group N</a:t>
            </a:r>
            <a:endParaRPr lang="en-US" sz="1100" dirty="0"/>
          </a:p>
        </p:txBody>
      </p:sp>
      <p:sp>
        <p:nvSpPr>
          <p:cNvPr id="5" name="AutoShape 5"/>
          <p:cNvSpPr/>
          <p:nvPr/>
        </p:nvSpPr>
        <p:spPr>
          <a:xfrm>
            <a:off x="762000" y="2413000"/>
            <a:ext cx="10668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2000" b="0" i="0" u="none" strike="noStrike" dirty="0">
                <a:solidFill>
                  <a:srgbClr val="374151"/>
                </a:solidFill>
                <a:latin typeface="Poppins"/>
                <a:ea typeface="Poppins"/>
                <a:cs typeface="Poppins"/>
                <a:sym typeface="Poppins"/>
              </a:rPr>
              <a:t>A Scalable Telegram Chatbot with Multi-LLM Failover</a:t>
            </a:r>
            <a:endParaRPr lang="en-US" sz="1100" dirty="0"/>
          </a:p>
        </p:txBody>
      </p:sp>
      <p:pic>
        <p:nvPicPr>
          <p:cNvPr id="6" name="Picture 6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62000" y="3429000"/>
            <a:ext cx="609600" cy="609600"/>
          </a:xfrm>
          <a:prstGeom prst="rect">
            <a:avLst/>
          </a:prstGeom>
        </p:spPr>
      </p:pic>
      <p:sp>
        <p:nvSpPr>
          <p:cNvPr id="7" name="AutoShape 7"/>
          <p:cNvSpPr/>
          <p:nvPr/>
        </p:nvSpPr>
        <p:spPr>
          <a:xfrm>
            <a:off x="1463040" y="3352800"/>
            <a:ext cx="26670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800" b="1" i="0" u="none" strike="noStrike" dirty="0">
                <a:solidFill>
                  <a:srgbClr val="1F2937"/>
                </a:solidFill>
                <a:latin typeface="Poppins"/>
                <a:ea typeface="Poppins"/>
                <a:cs typeface="Poppins"/>
                <a:sym typeface="Poppins"/>
              </a:rPr>
              <a:t>Cloud-based design</a:t>
            </a:r>
            <a:endParaRPr lang="en-US" b="0" i="0" u="none" strike="noStrike" dirty="0">
              <a:solidFill>
                <a:srgbClr val="6B7280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pic>
        <p:nvPicPr>
          <p:cNvPr id="8" name="Picture 8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381500" y="3429000"/>
            <a:ext cx="609600" cy="609600"/>
          </a:xfrm>
          <a:prstGeom prst="rect">
            <a:avLst/>
          </a:prstGeom>
        </p:spPr>
      </p:pic>
      <p:sp>
        <p:nvSpPr>
          <p:cNvPr id="9" name="AutoShape 9"/>
          <p:cNvSpPr/>
          <p:nvPr/>
        </p:nvSpPr>
        <p:spPr>
          <a:xfrm>
            <a:off x="5031740" y="3350039"/>
            <a:ext cx="28575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800" b="1" i="0" u="none" strike="noStrike" dirty="0">
                <a:solidFill>
                  <a:srgbClr val="1F2937"/>
                </a:solidFill>
                <a:latin typeface="Poppins"/>
                <a:ea typeface="Poppins"/>
                <a:cs typeface="Poppins"/>
                <a:sym typeface="Poppins"/>
              </a:rPr>
              <a:t>Automated deployment</a:t>
            </a:r>
            <a:endParaRPr lang="en-US" b="0" i="0" u="none" strike="noStrike" dirty="0">
              <a:solidFill>
                <a:srgbClr val="6B7280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pic>
        <p:nvPicPr>
          <p:cNvPr id="10" name="Picture 10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8001000" y="3429000"/>
            <a:ext cx="609600" cy="609600"/>
          </a:xfrm>
          <a:prstGeom prst="rect">
            <a:avLst/>
          </a:prstGeom>
        </p:spPr>
      </p:pic>
      <p:sp>
        <p:nvSpPr>
          <p:cNvPr id="11" name="AutoShape 11"/>
          <p:cNvSpPr/>
          <p:nvPr/>
        </p:nvSpPr>
        <p:spPr>
          <a:xfrm>
            <a:off x="8801100" y="3346726"/>
            <a:ext cx="26670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800" b="1" i="0" u="none" strike="noStrike" dirty="0">
                <a:solidFill>
                  <a:srgbClr val="1F2937"/>
                </a:solidFill>
                <a:latin typeface="Poppins"/>
                <a:ea typeface="Poppins"/>
                <a:cs typeface="Poppins"/>
                <a:sym typeface="Poppins"/>
              </a:rPr>
              <a:t>Interaction Logging</a:t>
            </a:r>
            <a:endParaRPr lang="en-US" sz="1200" dirty="0"/>
          </a:p>
        </p:txBody>
      </p:sp>
      <p:sp>
        <p:nvSpPr>
          <p:cNvPr id="12" name="AutoShape 12"/>
          <p:cNvSpPr/>
          <p:nvPr/>
        </p:nvSpPr>
        <p:spPr>
          <a:xfrm>
            <a:off x="2463800" y="4704080"/>
            <a:ext cx="7264400" cy="1487446"/>
          </a:xfrm>
          <a:prstGeom prst="roundRect">
            <a:avLst>
              <a:gd name="adj" fmla="val 14285"/>
            </a:avLst>
          </a:prstGeom>
          <a:solidFill>
            <a:srgbClr val="10B981">
              <a:alpha val="8000"/>
            </a:srgbClr>
          </a:solidFill>
          <a:ln w="25400" cap="flat" cmpd="sng">
            <a:solidFill>
              <a:srgbClr val="10B981">
                <a:alpha val="100000"/>
              </a:srgbClr>
            </a:solidFill>
            <a:prstDash val="solid"/>
            <a:round/>
          </a:ln>
          <a:effectLst>
            <a:outerShdw blurRad="127000" dist="50800" dir="2700000" algn="tl" rotWithShape="0">
              <a:srgbClr val="10B981">
                <a:alpha val="20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pic>
        <p:nvPicPr>
          <p:cNvPr id="13" name="Picture 13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2943860" y="4917440"/>
            <a:ext cx="457200" cy="457200"/>
          </a:xfrm>
          <a:prstGeom prst="rect">
            <a:avLst/>
          </a:prstGeom>
        </p:spPr>
      </p:pic>
      <p:sp>
        <p:nvSpPr>
          <p:cNvPr id="14" name="AutoShape 14"/>
          <p:cNvSpPr/>
          <p:nvPr/>
        </p:nvSpPr>
        <p:spPr>
          <a:xfrm>
            <a:off x="3556000" y="5404126"/>
            <a:ext cx="8890000" cy="329648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600" b="1" i="0" u="none" strike="noStrike" dirty="0">
                <a:solidFill>
                  <a:srgbClr val="065F46"/>
                </a:solidFill>
                <a:latin typeface="Poppins"/>
                <a:ea typeface="Poppins"/>
                <a:cs typeface="Poppins"/>
                <a:sym typeface="Poppins"/>
              </a:rPr>
              <a:t>Telegram Chatbot ID:</a:t>
            </a:r>
            <a:r>
              <a:rPr lang="en-US" sz="1600" b="1" dirty="0">
                <a:solidFill>
                  <a:srgbClr val="065F46"/>
                </a:solidFill>
                <a:latin typeface="Poppins"/>
                <a:ea typeface="Poppins"/>
                <a:cs typeface="Poppins"/>
                <a:sym typeface="Poppins"/>
              </a:rPr>
              <a:t>               </a:t>
            </a:r>
            <a:r>
              <a:rPr lang="en-US" sz="1600" b="1" i="0" u="none" strike="noStrike" dirty="0">
                <a:solidFill>
                  <a:srgbClr val="065F46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n-US" sz="1600" b="1" i="0" u="none" strike="noStrike" dirty="0">
                <a:solidFill>
                  <a:srgbClr val="10B981"/>
                </a:solidFill>
                <a:latin typeface="Poppins"/>
                <a:ea typeface="Poppins"/>
                <a:cs typeface="Poppins"/>
                <a:sym typeface="Poppins"/>
              </a:rPr>
              <a:t>@fishhedebot</a:t>
            </a:r>
            <a:br>
              <a:rPr lang="en-US" sz="1600" b="1" i="0" u="none" strike="noStrike" dirty="0">
                <a:solidFill>
                  <a:srgbClr val="10B981"/>
                </a:solidFill>
                <a:latin typeface="Poppins"/>
                <a:ea typeface="Poppins"/>
                <a:cs typeface="Poppins"/>
                <a:sym typeface="Poppins"/>
              </a:rPr>
            </a:br>
            <a:r>
              <a:rPr lang="en-US" sz="1600" b="1" dirty="0">
                <a:solidFill>
                  <a:srgbClr val="065F46"/>
                </a:solidFill>
                <a:latin typeface="Poppins"/>
                <a:cs typeface="Poppins"/>
                <a:sym typeface="Poppins"/>
              </a:rPr>
              <a:t>Group Members and IDs:         </a:t>
            </a:r>
            <a:r>
              <a:rPr lang="en-US" sz="1600" b="1" i="0" u="none" strike="noStrike" dirty="0">
                <a:solidFill>
                  <a:srgbClr val="10B981"/>
                </a:solidFill>
                <a:latin typeface="Poppins"/>
                <a:ea typeface="Poppins"/>
                <a:cs typeface="Poppins"/>
                <a:sym typeface="Poppins"/>
              </a:rPr>
              <a:t>Haoran HE,                   25421484</a:t>
            </a:r>
          </a:p>
          <a:p>
            <a:pPr indent="0" algn="l">
              <a:lnSpc>
                <a:spcPct val="125000"/>
              </a:lnSpc>
              <a:defRPr/>
            </a:pPr>
            <a:r>
              <a:rPr lang="en-US" sz="1600" b="1" dirty="0">
                <a:solidFill>
                  <a:srgbClr val="10B981"/>
                </a:solidFill>
                <a:latin typeface="Poppins"/>
                <a:ea typeface="Poppins"/>
                <a:cs typeface="Poppins"/>
                <a:sym typeface="Poppins"/>
              </a:rPr>
              <a:t>                                                                     </a:t>
            </a:r>
            <a:r>
              <a:rPr lang="en-US" sz="1600" b="1" i="0" u="none" strike="noStrike" dirty="0" err="1">
                <a:solidFill>
                  <a:srgbClr val="10B981"/>
                </a:solidFill>
                <a:latin typeface="Poppins"/>
                <a:ea typeface="Poppins"/>
                <a:cs typeface="Poppins"/>
                <a:sym typeface="Poppins"/>
              </a:rPr>
              <a:t>Haichuan</a:t>
            </a:r>
            <a:r>
              <a:rPr lang="en-US" sz="1600" b="1" i="0" u="none" strike="noStrike" dirty="0">
                <a:solidFill>
                  <a:srgbClr val="10B981"/>
                </a:solidFill>
                <a:latin typeface="Poppins"/>
                <a:ea typeface="Poppins"/>
                <a:cs typeface="Poppins"/>
                <a:sym typeface="Poppins"/>
              </a:rPr>
              <a:t> NING,       25407740</a:t>
            </a:r>
          </a:p>
          <a:p>
            <a:pPr indent="0" algn="l">
              <a:lnSpc>
                <a:spcPct val="125000"/>
              </a:lnSpc>
              <a:defRPr/>
            </a:pPr>
            <a:r>
              <a:rPr lang="en-US" sz="1600" b="1" dirty="0">
                <a:solidFill>
                  <a:srgbClr val="10B981"/>
                </a:solidFill>
                <a:latin typeface="Poppins"/>
                <a:ea typeface="Poppins"/>
                <a:cs typeface="Poppins"/>
                <a:sym typeface="Poppins"/>
              </a:rPr>
              <a:t>                                                                     </a:t>
            </a:r>
            <a:r>
              <a:rPr lang="en-US" sz="1600" b="1" i="0" u="none" strike="noStrike" dirty="0">
                <a:solidFill>
                  <a:srgbClr val="10B981"/>
                </a:solidFill>
                <a:latin typeface="Poppins"/>
                <a:ea typeface="Poppins"/>
                <a:cs typeface="Poppins"/>
                <a:sym typeface="Poppins"/>
              </a:rPr>
              <a:t>Zijian ZHOU,                25421859</a:t>
            </a:r>
          </a:p>
          <a:p>
            <a:pPr indent="0" algn="l">
              <a:lnSpc>
                <a:spcPct val="125000"/>
              </a:lnSpc>
              <a:defRPr/>
            </a:pPr>
            <a:endParaRPr lang="en-US" sz="1600" dirty="0"/>
          </a:p>
        </p:txBody>
      </p:sp>
      <p:sp>
        <p:nvSpPr>
          <p:cNvPr id="15" name="AutoShape 15"/>
          <p:cNvSpPr/>
          <p:nvPr/>
        </p:nvSpPr>
        <p:spPr>
          <a:xfrm>
            <a:off x="0" y="6604000"/>
            <a:ext cx="12192000" cy="254000"/>
          </a:xfrm>
          <a:prstGeom prst="roundRect">
            <a:avLst>
              <a:gd name="adj" fmla="val 0"/>
            </a:avLst>
          </a:prstGeom>
          <a:solidFill>
            <a:srgbClr val="10B981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4F6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3"/>
          <a:srcRect l="4545" t="4545" r="4545" b="4545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3" name="AutoShape 3"/>
          <p:cNvSpPr/>
          <p:nvPr/>
        </p:nvSpPr>
        <p:spPr>
          <a:xfrm>
            <a:off x="0" y="0"/>
            <a:ext cx="12192000" cy="6858000"/>
          </a:xfrm>
          <a:prstGeom prst="roundRect">
            <a:avLst>
              <a:gd name="adj" fmla="val 0"/>
            </a:avLst>
          </a:prstGeom>
          <a:solidFill>
            <a:srgbClr val="FFFFFF">
              <a:alpha val="92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4" name="AutoShape 4"/>
          <p:cNvSpPr/>
          <p:nvPr/>
        </p:nvSpPr>
        <p:spPr>
          <a:xfrm>
            <a:off x="762000" y="635000"/>
            <a:ext cx="10668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3200" b="1" i="0" u="none" strike="noStrike">
                <a:solidFill>
                  <a:srgbClr val="1F2937"/>
                </a:solidFill>
                <a:latin typeface="Poppins"/>
                <a:ea typeface="Poppins"/>
                <a:cs typeface="Poppins"/>
                <a:sym typeface="Poppins"/>
              </a:rPr>
              <a:t>Agenda</a:t>
            </a:r>
            <a:endParaRPr lang="en-US" sz="1100"/>
          </a:p>
        </p:txBody>
      </p:sp>
      <p:sp>
        <p:nvSpPr>
          <p:cNvPr id="5" name="AutoShape 5"/>
          <p:cNvSpPr/>
          <p:nvPr/>
        </p:nvSpPr>
        <p:spPr>
          <a:xfrm>
            <a:off x="762000" y="1219200"/>
            <a:ext cx="762000" cy="50800"/>
          </a:xfrm>
          <a:prstGeom prst="roundRect">
            <a:avLst>
              <a:gd name="adj" fmla="val 0"/>
            </a:avLst>
          </a:prstGeom>
          <a:solidFill>
            <a:srgbClr val="10B981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6" name="AutoShape 6"/>
          <p:cNvSpPr/>
          <p:nvPr/>
        </p:nvSpPr>
        <p:spPr>
          <a:xfrm>
            <a:off x="762000" y="1651000"/>
            <a:ext cx="5207000" cy="952500"/>
          </a:xfrm>
          <a:prstGeom prst="roundRect">
            <a:avLst>
              <a:gd name="adj" fmla="val 13333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127000" dist="50800" dir="2700000" algn="tl" rotWithShape="0">
              <a:srgbClr val="000000">
                <a:alpha val="8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 dirty="0"/>
          </a:p>
        </p:txBody>
      </p:sp>
      <p:sp>
        <p:nvSpPr>
          <p:cNvPr id="7" name="AutoShape 7"/>
          <p:cNvSpPr/>
          <p:nvPr/>
        </p:nvSpPr>
        <p:spPr>
          <a:xfrm>
            <a:off x="762000" y="1651000"/>
            <a:ext cx="76200" cy="952500"/>
          </a:xfrm>
          <a:prstGeom prst="roundRect">
            <a:avLst>
              <a:gd name="adj" fmla="val 0"/>
            </a:avLst>
          </a:prstGeom>
          <a:solidFill>
            <a:srgbClr val="10B981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pic>
        <p:nvPicPr>
          <p:cNvPr id="8" name="Picture 8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79500" y="1841500"/>
            <a:ext cx="558800" cy="558800"/>
          </a:xfrm>
          <a:prstGeom prst="rect">
            <a:avLst/>
          </a:prstGeom>
        </p:spPr>
      </p:pic>
      <p:sp>
        <p:nvSpPr>
          <p:cNvPr id="9" name="AutoShape 9"/>
          <p:cNvSpPr/>
          <p:nvPr/>
        </p:nvSpPr>
        <p:spPr>
          <a:xfrm>
            <a:off x="1841500" y="1752600"/>
            <a:ext cx="39370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800" b="1" i="0" u="none" strike="noStrike" dirty="0">
                <a:solidFill>
                  <a:srgbClr val="10B981"/>
                </a:solidFill>
                <a:latin typeface="Poppins"/>
                <a:ea typeface="Poppins"/>
                <a:cs typeface="Poppins"/>
                <a:sym typeface="Poppins"/>
              </a:rPr>
              <a:t>01  </a:t>
            </a:r>
            <a:r>
              <a:rPr lang="en-US" sz="1600" b="1" i="0" u="none" strike="noStrike" dirty="0">
                <a:solidFill>
                  <a:srgbClr val="1F2937"/>
                </a:solidFill>
                <a:latin typeface="Poppins"/>
                <a:ea typeface="Poppins"/>
                <a:cs typeface="Poppins"/>
                <a:sym typeface="Poppins"/>
              </a:rPr>
              <a:t>Project Background &amp; Goal</a:t>
            </a:r>
            <a:endParaRPr lang="en-US" sz="1100" dirty="0"/>
          </a:p>
        </p:txBody>
      </p:sp>
      <p:sp>
        <p:nvSpPr>
          <p:cNvPr id="10" name="AutoShape 10"/>
          <p:cNvSpPr/>
          <p:nvPr/>
        </p:nvSpPr>
        <p:spPr>
          <a:xfrm>
            <a:off x="6223000" y="1651000"/>
            <a:ext cx="5207000" cy="952500"/>
          </a:xfrm>
          <a:prstGeom prst="roundRect">
            <a:avLst>
              <a:gd name="adj" fmla="val 13333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127000" dist="50800" dir="2700000" algn="tl" rotWithShape="0">
              <a:srgbClr val="000000">
                <a:alpha val="8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1" name="AutoShape 11"/>
          <p:cNvSpPr/>
          <p:nvPr/>
        </p:nvSpPr>
        <p:spPr>
          <a:xfrm>
            <a:off x="6223000" y="1651000"/>
            <a:ext cx="76200" cy="952500"/>
          </a:xfrm>
          <a:prstGeom prst="roundRect">
            <a:avLst>
              <a:gd name="adj" fmla="val 0"/>
            </a:avLst>
          </a:prstGeom>
          <a:solidFill>
            <a:srgbClr val="10B981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pic>
        <p:nvPicPr>
          <p:cNvPr id="12" name="Picture 12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540500" y="1841500"/>
            <a:ext cx="558800" cy="558800"/>
          </a:xfrm>
          <a:prstGeom prst="rect">
            <a:avLst/>
          </a:prstGeom>
        </p:spPr>
      </p:pic>
      <p:sp>
        <p:nvSpPr>
          <p:cNvPr id="13" name="AutoShape 13"/>
          <p:cNvSpPr/>
          <p:nvPr/>
        </p:nvSpPr>
        <p:spPr>
          <a:xfrm>
            <a:off x="7302500" y="1752600"/>
            <a:ext cx="39370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800" b="1" i="0" u="none" strike="noStrike" dirty="0">
                <a:solidFill>
                  <a:srgbClr val="10B981"/>
                </a:solidFill>
                <a:latin typeface="Poppins"/>
                <a:ea typeface="Poppins"/>
                <a:cs typeface="Poppins"/>
                <a:sym typeface="Poppins"/>
              </a:rPr>
              <a:t>02  </a:t>
            </a:r>
            <a:r>
              <a:rPr lang="en-US" sz="1600" b="1" i="0" u="none" strike="noStrike" dirty="0">
                <a:solidFill>
                  <a:srgbClr val="1F2937"/>
                </a:solidFill>
                <a:latin typeface="Poppins"/>
                <a:ea typeface="Poppins"/>
                <a:cs typeface="Poppins"/>
                <a:sym typeface="Poppins"/>
              </a:rPr>
              <a:t>System Architecture</a:t>
            </a:r>
            <a:endParaRPr lang="en-US" sz="1100" dirty="0"/>
          </a:p>
        </p:txBody>
      </p:sp>
      <p:sp>
        <p:nvSpPr>
          <p:cNvPr id="14" name="AutoShape 14"/>
          <p:cNvSpPr/>
          <p:nvPr/>
        </p:nvSpPr>
        <p:spPr>
          <a:xfrm>
            <a:off x="762000" y="2794000"/>
            <a:ext cx="5207000" cy="952500"/>
          </a:xfrm>
          <a:prstGeom prst="roundRect">
            <a:avLst>
              <a:gd name="adj" fmla="val 13333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127000" dist="50800" dir="2700000" algn="tl" rotWithShape="0">
              <a:srgbClr val="000000">
                <a:alpha val="8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5" name="AutoShape 15"/>
          <p:cNvSpPr/>
          <p:nvPr/>
        </p:nvSpPr>
        <p:spPr>
          <a:xfrm>
            <a:off x="762000" y="2794000"/>
            <a:ext cx="76200" cy="952500"/>
          </a:xfrm>
          <a:prstGeom prst="roundRect">
            <a:avLst>
              <a:gd name="adj" fmla="val 0"/>
            </a:avLst>
          </a:prstGeom>
          <a:solidFill>
            <a:srgbClr val="10B981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pic>
        <p:nvPicPr>
          <p:cNvPr id="16" name="Picture 16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079500" y="2984500"/>
            <a:ext cx="558800" cy="558800"/>
          </a:xfrm>
          <a:prstGeom prst="rect">
            <a:avLst/>
          </a:prstGeom>
        </p:spPr>
      </p:pic>
      <p:sp>
        <p:nvSpPr>
          <p:cNvPr id="17" name="AutoShape 17"/>
          <p:cNvSpPr/>
          <p:nvPr/>
        </p:nvSpPr>
        <p:spPr>
          <a:xfrm>
            <a:off x="1841500" y="2895600"/>
            <a:ext cx="39370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800" b="1" i="0" u="none" strike="noStrike" dirty="0">
                <a:solidFill>
                  <a:srgbClr val="10B981"/>
                </a:solidFill>
                <a:latin typeface="Poppins"/>
                <a:ea typeface="Poppins"/>
                <a:cs typeface="Poppins"/>
                <a:sym typeface="Poppins"/>
              </a:rPr>
              <a:t>03  </a:t>
            </a:r>
            <a:r>
              <a:rPr lang="en-US" sz="1600" b="1" i="0" u="none" strike="noStrike" dirty="0">
                <a:solidFill>
                  <a:srgbClr val="1F2937"/>
                </a:solidFill>
                <a:latin typeface="Poppins"/>
                <a:ea typeface="Poppins"/>
                <a:cs typeface="Poppins"/>
                <a:sym typeface="Poppins"/>
              </a:rPr>
              <a:t>User Flow &amp; Main Functions</a:t>
            </a:r>
            <a:endParaRPr lang="en-US" sz="1100" dirty="0"/>
          </a:p>
        </p:txBody>
      </p:sp>
      <p:sp>
        <p:nvSpPr>
          <p:cNvPr id="18" name="AutoShape 18"/>
          <p:cNvSpPr/>
          <p:nvPr/>
        </p:nvSpPr>
        <p:spPr>
          <a:xfrm>
            <a:off x="6223000" y="2794000"/>
            <a:ext cx="5207000" cy="952500"/>
          </a:xfrm>
          <a:prstGeom prst="roundRect">
            <a:avLst>
              <a:gd name="adj" fmla="val 13333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127000" dist="50800" dir="2700000" algn="tl" rotWithShape="0">
              <a:srgbClr val="000000">
                <a:alpha val="8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9" name="AutoShape 19"/>
          <p:cNvSpPr/>
          <p:nvPr/>
        </p:nvSpPr>
        <p:spPr>
          <a:xfrm>
            <a:off x="6223000" y="2794000"/>
            <a:ext cx="76200" cy="952500"/>
          </a:xfrm>
          <a:prstGeom prst="roundRect">
            <a:avLst>
              <a:gd name="adj" fmla="val 0"/>
            </a:avLst>
          </a:prstGeom>
          <a:solidFill>
            <a:srgbClr val="10B981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pic>
        <p:nvPicPr>
          <p:cNvPr id="20" name="Picture 20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6540500" y="2984500"/>
            <a:ext cx="558800" cy="558800"/>
          </a:xfrm>
          <a:prstGeom prst="rect">
            <a:avLst/>
          </a:prstGeom>
        </p:spPr>
      </p:pic>
      <p:sp>
        <p:nvSpPr>
          <p:cNvPr id="21" name="AutoShape 21"/>
          <p:cNvSpPr/>
          <p:nvPr/>
        </p:nvSpPr>
        <p:spPr>
          <a:xfrm>
            <a:off x="7302500" y="2895600"/>
            <a:ext cx="39370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800" b="1" i="0" u="none" strike="noStrike" dirty="0">
                <a:solidFill>
                  <a:srgbClr val="10B981"/>
                </a:solidFill>
                <a:latin typeface="Poppins"/>
                <a:ea typeface="Poppins"/>
                <a:cs typeface="Poppins"/>
                <a:sym typeface="Poppins"/>
              </a:rPr>
              <a:t>04  </a:t>
            </a:r>
            <a:r>
              <a:rPr lang="en-US" sz="1600" b="1" i="0" u="none" strike="noStrike" dirty="0">
                <a:solidFill>
                  <a:srgbClr val="1F2937"/>
                </a:solidFill>
                <a:latin typeface="Poppins"/>
                <a:ea typeface="Poppins"/>
                <a:cs typeface="Poppins"/>
                <a:sym typeface="Poppins"/>
              </a:rPr>
              <a:t>Reliability &amp; Scalability</a:t>
            </a:r>
            <a:endParaRPr lang="en-US" sz="1100" dirty="0"/>
          </a:p>
        </p:txBody>
      </p:sp>
      <p:sp>
        <p:nvSpPr>
          <p:cNvPr id="22" name="AutoShape 22"/>
          <p:cNvSpPr/>
          <p:nvPr/>
        </p:nvSpPr>
        <p:spPr>
          <a:xfrm>
            <a:off x="762000" y="3937000"/>
            <a:ext cx="5207000" cy="952500"/>
          </a:xfrm>
          <a:prstGeom prst="roundRect">
            <a:avLst>
              <a:gd name="adj" fmla="val 13333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127000" dist="50800" dir="2700000" algn="tl" rotWithShape="0">
              <a:srgbClr val="000000">
                <a:alpha val="8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23" name="AutoShape 23"/>
          <p:cNvSpPr/>
          <p:nvPr/>
        </p:nvSpPr>
        <p:spPr>
          <a:xfrm>
            <a:off x="762000" y="3937000"/>
            <a:ext cx="76200" cy="952500"/>
          </a:xfrm>
          <a:prstGeom prst="roundRect">
            <a:avLst>
              <a:gd name="adj" fmla="val 0"/>
            </a:avLst>
          </a:prstGeom>
          <a:solidFill>
            <a:srgbClr val="10B981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pic>
        <p:nvPicPr>
          <p:cNvPr id="24" name="Picture 24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079500" y="4127500"/>
            <a:ext cx="558800" cy="558800"/>
          </a:xfrm>
          <a:prstGeom prst="rect">
            <a:avLst/>
          </a:prstGeom>
        </p:spPr>
      </p:pic>
      <p:sp>
        <p:nvSpPr>
          <p:cNvPr id="25" name="AutoShape 25"/>
          <p:cNvSpPr/>
          <p:nvPr/>
        </p:nvSpPr>
        <p:spPr>
          <a:xfrm>
            <a:off x="1841500" y="4038600"/>
            <a:ext cx="39370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800" b="1" i="0" u="none" strike="noStrike" dirty="0">
                <a:solidFill>
                  <a:srgbClr val="10B981"/>
                </a:solidFill>
                <a:latin typeface="Poppins"/>
                <a:ea typeface="Poppins"/>
                <a:cs typeface="Poppins"/>
                <a:sym typeface="Poppins"/>
              </a:rPr>
              <a:t>05  </a:t>
            </a:r>
            <a:r>
              <a:rPr lang="en-US" sz="1600" b="1" i="0" u="none" strike="noStrike" dirty="0">
                <a:solidFill>
                  <a:srgbClr val="1F2937"/>
                </a:solidFill>
                <a:latin typeface="Poppins"/>
                <a:ea typeface="Poppins"/>
                <a:cs typeface="Poppins"/>
                <a:sym typeface="Poppins"/>
              </a:rPr>
              <a:t>Backend &amp; LLM Integration</a:t>
            </a:r>
            <a:endParaRPr lang="en-US" sz="1100" dirty="0"/>
          </a:p>
        </p:txBody>
      </p:sp>
      <p:sp>
        <p:nvSpPr>
          <p:cNvPr id="26" name="AutoShape 26"/>
          <p:cNvSpPr/>
          <p:nvPr/>
        </p:nvSpPr>
        <p:spPr>
          <a:xfrm>
            <a:off x="6223000" y="3937000"/>
            <a:ext cx="5207000" cy="952500"/>
          </a:xfrm>
          <a:prstGeom prst="roundRect">
            <a:avLst>
              <a:gd name="adj" fmla="val 13333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127000" dist="50800" dir="2700000" algn="tl" rotWithShape="0">
              <a:srgbClr val="000000">
                <a:alpha val="8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27" name="AutoShape 27"/>
          <p:cNvSpPr/>
          <p:nvPr/>
        </p:nvSpPr>
        <p:spPr>
          <a:xfrm>
            <a:off x="6223000" y="3937000"/>
            <a:ext cx="76200" cy="952500"/>
          </a:xfrm>
          <a:prstGeom prst="roundRect">
            <a:avLst>
              <a:gd name="adj" fmla="val 0"/>
            </a:avLst>
          </a:prstGeom>
          <a:solidFill>
            <a:srgbClr val="10B981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pic>
        <p:nvPicPr>
          <p:cNvPr id="28" name="Picture 28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6540500" y="4127500"/>
            <a:ext cx="558800" cy="558800"/>
          </a:xfrm>
          <a:prstGeom prst="rect">
            <a:avLst/>
          </a:prstGeom>
        </p:spPr>
      </p:pic>
      <p:sp>
        <p:nvSpPr>
          <p:cNvPr id="29" name="AutoShape 29"/>
          <p:cNvSpPr/>
          <p:nvPr/>
        </p:nvSpPr>
        <p:spPr>
          <a:xfrm>
            <a:off x="7302500" y="4038600"/>
            <a:ext cx="39370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800" b="1" i="0" u="none" strike="noStrike" dirty="0">
                <a:solidFill>
                  <a:srgbClr val="10B981"/>
                </a:solidFill>
                <a:latin typeface="Poppins"/>
                <a:ea typeface="Poppins"/>
                <a:cs typeface="Poppins"/>
                <a:sym typeface="Poppins"/>
              </a:rPr>
              <a:t>06  </a:t>
            </a:r>
            <a:r>
              <a:rPr lang="en-US" sz="1600" b="1" i="0" u="none" strike="noStrike" dirty="0">
                <a:solidFill>
                  <a:srgbClr val="1F2937"/>
                </a:solidFill>
                <a:latin typeface="Poppins"/>
                <a:ea typeface="Poppins"/>
                <a:cs typeface="Poppins"/>
                <a:sym typeface="Poppins"/>
              </a:rPr>
              <a:t>Database &amp; Logging</a:t>
            </a:r>
            <a:endParaRPr lang="en-US" sz="1100" dirty="0"/>
          </a:p>
        </p:txBody>
      </p:sp>
      <p:sp>
        <p:nvSpPr>
          <p:cNvPr id="30" name="AutoShape 30"/>
          <p:cNvSpPr/>
          <p:nvPr/>
        </p:nvSpPr>
        <p:spPr>
          <a:xfrm>
            <a:off x="762000" y="5080000"/>
            <a:ext cx="5207000" cy="952500"/>
          </a:xfrm>
          <a:prstGeom prst="roundRect">
            <a:avLst>
              <a:gd name="adj" fmla="val 13333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127000" dist="50800" dir="2700000" algn="tl" rotWithShape="0">
              <a:srgbClr val="000000">
                <a:alpha val="8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31" name="AutoShape 31"/>
          <p:cNvSpPr/>
          <p:nvPr/>
        </p:nvSpPr>
        <p:spPr>
          <a:xfrm>
            <a:off x="762000" y="5080000"/>
            <a:ext cx="76200" cy="952500"/>
          </a:xfrm>
          <a:prstGeom prst="roundRect">
            <a:avLst>
              <a:gd name="adj" fmla="val 0"/>
            </a:avLst>
          </a:prstGeom>
          <a:solidFill>
            <a:srgbClr val="10B981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pic>
        <p:nvPicPr>
          <p:cNvPr id="32" name="Picture 32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79500" y="5270500"/>
            <a:ext cx="558800" cy="558800"/>
          </a:xfrm>
          <a:prstGeom prst="rect">
            <a:avLst/>
          </a:prstGeom>
        </p:spPr>
      </p:pic>
      <p:sp>
        <p:nvSpPr>
          <p:cNvPr id="33" name="AutoShape 33"/>
          <p:cNvSpPr/>
          <p:nvPr/>
        </p:nvSpPr>
        <p:spPr>
          <a:xfrm>
            <a:off x="1841500" y="5181600"/>
            <a:ext cx="39370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800" b="1" i="0" u="none" strike="noStrike" dirty="0">
                <a:solidFill>
                  <a:srgbClr val="10B981"/>
                </a:solidFill>
                <a:latin typeface="Poppins"/>
                <a:ea typeface="Poppins"/>
                <a:cs typeface="Poppins"/>
                <a:sym typeface="Poppins"/>
              </a:rPr>
              <a:t>07  </a:t>
            </a:r>
            <a:r>
              <a:rPr lang="en-US" sz="1600" b="1" i="0" u="none" strike="noStrike" dirty="0">
                <a:solidFill>
                  <a:srgbClr val="1F2937"/>
                </a:solidFill>
                <a:latin typeface="Poppins"/>
                <a:ea typeface="Poppins"/>
                <a:cs typeface="Poppins"/>
                <a:sym typeface="Poppins"/>
              </a:rPr>
              <a:t>DevOps, Security &amp; Requirement Match</a:t>
            </a:r>
            <a:endParaRPr lang="en-US" sz="1100" dirty="0"/>
          </a:p>
        </p:txBody>
      </p:sp>
      <p:sp>
        <p:nvSpPr>
          <p:cNvPr id="34" name="AutoShape 34"/>
          <p:cNvSpPr/>
          <p:nvPr/>
        </p:nvSpPr>
        <p:spPr>
          <a:xfrm>
            <a:off x="6223000" y="5080000"/>
            <a:ext cx="5207000" cy="952500"/>
          </a:xfrm>
          <a:prstGeom prst="roundRect">
            <a:avLst>
              <a:gd name="adj" fmla="val 13333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127000" dist="50800" dir="2700000" algn="tl" rotWithShape="0">
              <a:srgbClr val="000000">
                <a:alpha val="8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35" name="AutoShape 35"/>
          <p:cNvSpPr/>
          <p:nvPr/>
        </p:nvSpPr>
        <p:spPr>
          <a:xfrm>
            <a:off x="6223000" y="5080000"/>
            <a:ext cx="76200" cy="952500"/>
          </a:xfrm>
          <a:prstGeom prst="roundRect">
            <a:avLst>
              <a:gd name="adj" fmla="val 0"/>
            </a:avLst>
          </a:prstGeom>
          <a:solidFill>
            <a:srgbClr val="10B981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pic>
        <p:nvPicPr>
          <p:cNvPr id="36" name="Picture 36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6540500" y="5270500"/>
            <a:ext cx="558800" cy="558800"/>
          </a:xfrm>
          <a:prstGeom prst="rect">
            <a:avLst/>
          </a:prstGeom>
        </p:spPr>
      </p:pic>
      <p:sp>
        <p:nvSpPr>
          <p:cNvPr id="37" name="AutoShape 37"/>
          <p:cNvSpPr/>
          <p:nvPr/>
        </p:nvSpPr>
        <p:spPr>
          <a:xfrm>
            <a:off x="7302500" y="5181600"/>
            <a:ext cx="39370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800" b="1" i="0" u="none" strike="noStrike" dirty="0">
                <a:solidFill>
                  <a:srgbClr val="10B981"/>
                </a:solidFill>
                <a:latin typeface="Poppins"/>
                <a:ea typeface="Poppins"/>
                <a:cs typeface="Poppins"/>
                <a:sym typeface="Poppins"/>
              </a:rPr>
              <a:t>08  </a:t>
            </a:r>
            <a:r>
              <a:rPr lang="en-US" sz="1600" b="1" i="0" u="none" strike="noStrike" dirty="0">
                <a:solidFill>
                  <a:srgbClr val="1F2937"/>
                </a:solidFill>
                <a:latin typeface="Poppins"/>
                <a:ea typeface="Poppins"/>
                <a:cs typeface="Poppins"/>
                <a:sym typeface="Poppins"/>
              </a:rPr>
              <a:t>Conclusion</a:t>
            </a:r>
            <a:endParaRPr lang="en-US" sz="1100" dirty="0"/>
          </a:p>
        </p:txBody>
      </p:sp>
      <p:sp>
        <p:nvSpPr>
          <p:cNvPr id="38" name="AutoShape 38"/>
          <p:cNvSpPr/>
          <p:nvPr/>
        </p:nvSpPr>
        <p:spPr>
          <a:xfrm>
            <a:off x="0" y="6731000"/>
            <a:ext cx="12192000" cy="127000"/>
          </a:xfrm>
          <a:prstGeom prst="roundRect">
            <a:avLst>
              <a:gd name="adj" fmla="val 0"/>
            </a:avLst>
          </a:prstGeom>
          <a:solidFill>
            <a:srgbClr val="10B981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3"/>
          <a:srcRect l="4545" t="4545" r="4545" b="4545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3" name="AutoShape 3"/>
          <p:cNvSpPr/>
          <p:nvPr/>
        </p:nvSpPr>
        <p:spPr>
          <a:xfrm>
            <a:off x="0" y="0"/>
            <a:ext cx="12192000" cy="6858000"/>
          </a:xfrm>
          <a:prstGeom prst="roundRect">
            <a:avLst>
              <a:gd name="adj" fmla="val 0"/>
            </a:avLst>
          </a:prstGeom>
          <a:solidFill>
            <a:srgbClr val="FFFFFF">
              <a:alpha val="93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4" name="AutoShape 4"/>
          <p:cNvSpPr/>
          <p:nvPr/>
        </p:nvSpPr>
        <p:spPr>
          <a:xfrm>
            <a:off x="762000" y="635000"/>
            <a:ext cx="10668000" cy="571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3200" b="1" i="0" u="none" strike="noStrike">
                <a:solidFill>
                  <a:srgbClr val="1F2937"/>
                </a:solidFill>
                <a:latin typeface="Poppins"/>
                <a:ea typeface="Poppins"/>
                <a:cs typeface="Poppins"/>
                <a:sym typeface="Poppins"/>
              </a:rPr>
              <a:t>Project Background and Goal</a:t>
            </a:r>
            <a:endParaRPr lang="en-US" sz="1100"/>
          </a:p>
        </p:txBody>
      </p:sp>
      <p:sp>
        <p:nvSpPr>
          <p:cNvPr id="5" name="AutoShape 5"/>
          <p:cNvSpPr/>
          <p:nvPr/>
        </p:nvSpPr>
        <p:spPr>
          <a:xfrm>
            <a:off x="762000" y="1778000"/>
            <a:ext cx="3048000" cy="3048000"/>
          </a:xfrm>
          <a:prstGeom prst="ellipse">
            <a:avLst/>
          </a:prstGeom>
          <a:solidFill>
            <a:srgbClr val="ECFDF5">
              <a:alpha val="100000"/>
            </a:srgbClr>
          </a:solidFill>
          <a:ln w="38100" cap="flat" cmpd="sng">
            <a:solidFill>
              <a:srgbClr val="10B981">
                <a:alpha val="100000"/>
              </a:srgbClr>
            </a:solidFill>
            <a:prstDash val="solid"/>
            <a:round/>
          </a:ln>
          <a:effectLst>
            <a:outerShdw blurRad="190500" dist="101600" dir="2700000" algn="tl" rotWithShape="0">
              <a:srgbClr val="10B981">
                <a:alpha val="20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pic>
        <p:nvPicPr>
          <p:cNvPr id="6" name="Picture 6"/>
          <p:cNvPicPr>
            <a:picLocks noChangeAspect="1"/>
          </p:cNvPicPr>
          <p:nvPr/>
        </p:nvPicPr>
        <p:blipFill>
          <a:blip r:embed="rId4"/>
          <a:srcRect/>
          <a:stretch>
            <a:fillRect/>
          </a:stretch>
        </p:blipFill>
        <p:spPr>
          <a:xfrm>
            <a:off x="952500" y="1968500"/>
            <a:ext cx="2667000" cy="2667000"/>
          </a:xfrm>
          <a:prstGeom prst="ellipse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7" name="AutoShape 7"/>
          <p:cNvSpPr/>
          <p:nvPr/>
        </p:nvSpPr>
        <p:spPr>
          <a:xfrm>
            <a:off x="762000" y="5080000"/>
            <a:ext cx="3048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600" b="1" i="0" u="none" strike="noStrike" dirty="0">
                <a:solidFill>
                  <a:srgbClr val="10B981"/>
                </a:solidFill>
                <a:latin typeface="Poppins"/>
                <a:ea typeface="Poppins"/>
                <a:cs typeface="Poppins"/>
                <a:sym typeface="Poppins"/>
              </a:rPr>
              <a:t>Cloud-based LLM Chatbot</a:t>
            </a:r>
            <a:endParaRPr lang="en-US" sz="1100" dirty="0"/>
          </a:p>
        </p:txBody>
      </p:sp>
      <p:sp>
        <p:nvSpPr>
          <p:cNvPr id="8" name="AutoShape 8"/>
          <p:cNvSpPr/>
          <p:nvPr/>
        </p:nvSpPr>
        <p:spPr>
          <a:xfrm>
            <a:off x="4318000" y="1778000"/>
            <a:ext cx="7112000" cy="952500"/>
          </a:xfrm>
          <a:prstGeom prst="roundRect">
            <a:avLst>
              <a:gd name="adj" fmla="val 13333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127000" dist="50800" dir="2700000" algn="tl" rotWithShape="0">
              <a:srgbClr val="000000">
                <a:alpha val="6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9" name="AutoShape 9"/>
          <p:cNvSpPr/>
          <p:nvPr/>
        </p:nvSpPr>
        <p:spPr>
          <a:xfrm>
            <a:off x="4318000" y="1778000"/>
            <a:ext cx="76200" cy="952500"/>
          </a:xfrm>
          <a:prstGeom prst="roundRect">
            <a:avLst>
              <a:gd name="adj" fmla="val 0"/>
            </a:avLst>
          </a:prstGeom>
          <a:solidFill>
            <a:srgbClr val="10B981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pic>
        <p:nvPicPr>
          <p:cNvPr id="10" name="Picture 10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4635500" y="1981200"/>
            <a:ext cx="533400" cy="533400"/>
          </a:xfrm>
          <a:prstGeom prst="rect">
            <a:avLst/>
          </a:prstGeom>
        </p:spPr>
      </p:pic>
      <p:sp>
        <p:nvSpPr>
          <p:cNvPr id="11" name="AutoShape 11"/>
          <p:cNvSpPr/>
          <p:nvPr/>
        </p:nvSpPr>
        <p:spPr>
          <a:xfrm>
            <a:off x="5334000" y="1854200"/>
            <a:ext cx="5969000" cy="8001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08333"/>
              </a:lnSpc>
              <a:defRPr/>
            </a:pPr>
            <a:r>
              <a:rPr lang="en-US" sz="1400" b="0" i="0" u="none" strike="noStrike" dirty="0">
                <a:solidFill>
                  <a:srgbClr val="374151"/>
                </a:solidFill>
                <a:latin typeface="Poppins"/>
                <a:ea typeface="Poppins"/>
                <a:cs typeface="Poppins"/>
                <a:sym typeface="Poppins"/>
              </a:rPr>
              <a:t>We built a Telegram chatbot for cloud deployment and LLM-based conversation.</a:t>
            </a:r>
            <a:endParaRPr lang="en-US" sz="1100" dirty="0"/>
          </a:p>
        </p:txBody>
      </p:sp>
      <p:sp>
        <p:nvSpPr>
          <p:cNvPr id="12" name="AutoShape 12"/>
          <p:cNvSpPr/>
          <p:nvPr/>
        </p:nvSpPr>
        <p:spPr>
          <a:xfrm>
            <a:off x="4318000" y="2857500"/>
            <a:ext cx="7112000" cy="952500"/>
          </a:xfrm>
          <a:prstGeom prst="roundRect">
            <a:avLst>
              <a:gd name="adj" fmla="val 13333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127000" dist="50800" dir="2700000" algn="tl" rotWithShape="0">
              <a:srgbClr val="000000">
                <a:alpha val="6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3" name="AutoShape 13"/>
          <p:cNvSpPr/>
          <p:nvPr/>
        </p:nvSpPr>
        <p:spPr>
          <a:xfrm>
            <a:off x="4318000" y="2857500"/>
            <a:ext cx="76200" cy="952500"/>
          </a:xfrm>
          <a:prstGeom prst="roundRect">
            <a:avLst>
              <a:gd name="adj" fmla="val 0"/>
            </a:avLst>
          </a:prstGeom>
          <a:solidFill>
            <a:srgbClr val="10B981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pic>
        <p:nvPicPr>
          <p:cNvPr id="14" name="Picture 14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635500" y="3060700"/>
            <a:ext cx="533400" cy="533400"/>
          </a:xfrm>
          <a:prstGeom prst="rect">
            <a:avLst/>
          </a:prstGeom>
        </p:spPr>
      </p:pic>
      <p:sp>
        <p:nvSpPr>
          <p:cNvPr id="15" name="AutoShape 15"/>
          <p:cNvSpPr/>
          <p:nvPr/>
        </p:nvSpPr>
        <p:spPr>
          <a:xfrm>
            <a:off x="5334000" y="2933700"/>
            <a:ext cx="5969000" cy="8001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08333"/>
              </a:lnSpc>
              <a:defRPr/>
            </a:pPr>
            <a:r>
              <a:rPr lang="en-US" sz="1400" b="0" i="0" u="none" strike="noStrike" dirty="0">
                <a:solidFill>
                  <a:srgbClr val="374151"/>
                </a:solidFill>
                <a:latin typeface="Poppins"/>
                <a:ea typeface="Poppins"/>
                <a:cs typeface="Poppins"/>
                <a:sym typeface="Poppins"/>
              </a:rPr>
              <a:t>Telegram is stable for user access, but LLM APIs may change, fail, or need replacement.</a:t>
            </a:r>
            <a:endParaRPr lang="en-US" sz="1100" dirty="0"/>
          </a:p>
        </p:txBody>
      </p:sp>
      <p:sp>
        <p:nvSpPr>
          <p:cNvPr id="16" name="AutoShape 16"/>
          <p:cNvSpPr/>
          <p:nvPr/>
        </p:nvSpPr>
        <p:spPr>
          <a:xfrm>
            <a:off x="4318000" y="3937000"/>
            <a:ext cx="7112000" cy="952500"/>
          </a:xfrm>
          <a:prstGeom prst="roundRect">
            <a:avLst>
              <a:gd name="adj" fmla="val 13333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127000" dist="50800" dir="2700000" algn="tl" rotWithShape="0">
              <a:srgbClr val="000000">
                <a:alpha val="6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7" name="AutoShape 17"/>
          <p:cNvSpPr/>
          <p:nvPr/>
        </p:nvSpPr>
        <p:spPr>
          <a:xfrm>
            <a:off x="4318000" y="3937000"/>
            <a:ext cx="76200" cy="952500"/>
          </a:xfrm>
          <a:prstGeom prst="roundRect">
            <a:avLst>
              <a:gd name="adj" fmla="val 0"/>
            </a:avLst>
          </a:prstGeom>
          <a:solidFill>
            <a:srgbClr val="10B981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pic>
        <p:nvPicPr>
          <p:cNvPr id="18" name="Picture 18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4635500" y="4140200"/>
            <a:ext cx="533400" cy="533400"/>
          </a:xfrm>
          <a:prstGeom prst="rect">
            <a:avLst/>
          </a:prstGeom>
        </p:spPr>
      </p:pic>
      <p:sp>
        <p:nvSpPr>
          <p:cNvPr id="19" name="AutoShape 19"/>
          <p:cNvSpPr/>
          <p:nvPr/>
        </p:nvSpPr>
        <p:spPr>
          <a:xfrm>
            <a:off x="5334000" y="4013200"/>
            <a:ext cx="5969000" cy="8001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08333"/>
              </a:lnSpc>
              <a:defRPr/>
            </a:pPr>
            <a:r>
              <a:rPr lang="en-US" sz="1400" b="0" i="0" u="none" strike="noStrike" dirty="0">
                <a:solidFill>
                  <a:srgbClr val="374151"/>
                </a:solidFill>
                <a:latin typeface="Poppins"/>
                <a:ea typeface="Poppins"/>
                <a:cs typeface="Poppins"/>
                <a:sym typeface="Poppins"/>
              </a:rPr>
              <a:t>Our goal is to keep the bot service running while allowing backend APIs to be changed easily.</a:t>
            </a:r>
            <a:endParaRPr lang="en-US" sz="1100" dirty="0"/>
          </a:p>
        </p:txBody>
      </p:sp>
      <p:sp>
        <p:nvSpPr>
          <p:cNvPr id="20" name="AutoShape 20"/>
          <p:cNvSpPr/>
          <p:nvPr/>
        </p:nvSpPr>
        <p:spPr>
          <a:xfrm>
            <a:off x="4318000" y="5016500"/>
            <a:ext cx="7112000" cy="952500"/>
          </a:xfrm>
          <a:prstGeom prst="roundRect">
            <a:avLst>
              <a:gd name="adj" fmla="val 13333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127000" dist="50800" dir="2700000" algn="tl" rotWithShape="0">
              <a:srgbClr val="000000">
                <a:alpha val="6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21" name="AutoShape 21"/>
          <p:cNvSpPr/>
          <p:nvPr/>
        </p:nvSpPr>
        <p:spPr>
          <a:xfrm>
            <a:off x="4318000" y="5016500"/>
            <a:ext cx="76200" cy="952500"/>
          </a:xfrm>
          <a:prstGeom prst="roundRect">
            <a:avLst>
              <a:gd name="adj" fmla="val 0"/>
            </a:avLst>
          </a:prstGeom>
          <a:solidFill>
            <a:srgbClr val="10B981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pic>
        <p:nvPicPr>
          <p:cNvPr id="22" name="Picture 22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4635500" y="5219700"/>
            <a:ext cx="533400" cy="533400"/>
          </a:xfrm>
          <a:prstGeom prst="rect">
            <a:avLst/>
          </a:prstGeom>
        </p:spPr>
      </p:pic>
      <p:sp>
        <p:nvSpPr>
          <p:cNvPr id="23" name="AutoShape 23"/>
          <p:cNvSpPr/>
          <p:nvPr/>
        </p:nvSpPr>
        <p:spPr>
          <a:xfrm>
            <a:off x="5334000" y="5092700"/>
            <a:ext cx="5969000" cy="8001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08333"/>
              </a:lnSpc>
              <a:defRPr/>
            </a:pPr>
            <a:r>
              <a:rPr lang="en-US" sz="1400" b="0" i="0" u="none" strike="noStrike" dirty="0">
                <a:solidFill>
                  <a:srgbClr val="374151"/>
                </a:solidFill>
                <a:latin typeface="Poppins"/>
                <a:ea typeface="Poppins"/>
                <a:cs typeface="Poppins"/>
                <a:sym typeface="Poppins"/>
              </a:rPr>
              <a:t>The project also shows cloud practice in deployment, logging, security, and cost awareness.</a:t>
            </a:r>
            <a:endParaRPr lang="en-US" sz="1100" dirty="0"/>
          </a:p>
        </p:txBody>
      </p:sp>
      <p:sp>
        <p:nvSpPr>
          <p:cNvPr id="24" name="AutoShape 24"/>
          <p:cNvSpPr/>
          <p:nvPr/>
        </p:nvSpPr>
        <p:spPr>
          <a:xfrm>
            <a:off x="0" y="6781800"/>
            <a:ext cx="12192000" cy="76200"/>
          </a:xfrm>
          <a:prstGeom prst="roundRect">
            <a:avLst>
              <a:gd name="adj" fmla="val 0"/>
            </a:avLst>
          </a:prstGeom>
          <a:solidFill>
            <a:srgbClr val="10B981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9FAFB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3" name="AutoShape 3"/>
          <p:cNvSpPr/>
          <p:nvPr/>
        </p:nvSpPr>
        <p:spPr>
          <a:xfrm>
            <a:off x="0" y="23368"/>
            <a:ext cx="12192000" cy="6858000"/>
          </a:xfrm>
          <a:prstGeom prst="roundRect">
            <a:avLst>
              <a:gd name="adj" fmla="val 0"/>
            </a:avLst>
          </a:prstGeom>
          <a:solidFill>
            <a:srgbClr val="FFFFFF">
              <a:alpha val="92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>
              <a:lnSpc>
                <a:spcPct val="125000"/>
              </a:lnSpc>
              <a:defRPr/>
            </a:pPr>
            <a:endParaRPr lang="en-US" altLang="zh-CN" sz="1050" dirty="0"/>
          </a:p>
        </p:txBody>
      </p:sp>
      <p:sp>
        <p:nvSpPr>
          <p:cNvPr id="4" name="AutoShape 4"/>
          <p:cNvSpPr/>
          <p:nvPr/>
        </p:nvSpPr>
        <p:spPr>
          <a:xfrm>
            <a:off x="775252" y="391775"/>
            <a:ext cx="10668000" cy="571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3200" b="1" i="0" u="none" strike="noStrike" dirty="0">
                <a:solidFill>
                  <a:srgbClr val="1F2937"/>
                </a:solidFill>
                <a:latin typeface="Poppins"/>
                <a:ea typeface="Poppins"/>
                <a:cs typeface="Poppins"/>
                <a:sym typeface="Poppins"/>
              </a:rPr>
              <a:t>System Architecture</a:t>
            </a:r>
            <a:endParaRPr lang="en-US" sz="1100" dirty="0"/>
          </a:p>
        </p:txBody>
      </p:sp>
      <p:sp>
        <p:nvSpPr>
          <p:cNvPr id="6" name="AutoShape 6"/>
          <p:cNvSpPr/>
          <p:nvPr/>
        </p:nvSpPr>
        <p:spPr>
          <a:xfrm>
            <a:off x="775252" y="5651500"/>
            <a:ext cx="5080000" cy="635000"/>
          </a:xfrm>
          <a:prstGeom prst="roundRect">
            <a:avLst>
              <a:gd name="adj" fmla="val 20000"/>
            </a:avLst>
          </a:prstGeom>
          <a:solidFill>
            <a:srgbClr val="10B981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600" b="1" dirty="0">
                <a:solidFill>
                  <a:srgbClr val="FFFFFF"/>
                </a:solidFill>
                <a:latin typeface="Poppins"/>
                <a:cs typeface="Poppins"/>
                <a:sym typeface="Poppins"/>
              </a:rPr>
              <a:t>All Backend &amp; Frontend Container in Single Host</a:t>
            </a:r>
            <a:endParaRPr lang="en-US" sz="1100" dirty="0"/>
          </a:p>
        </p:txBody>
      </p:sp>
      <p:sp>
        <p:nvSpPr>
          <p:cNvPr id="7" name="AutoShape 7"/>
          <p:cNvSpPr/>
          <p:nvPr/>
        </p:nvSpPr>
        <p:spPr>
          <a:xfrm>
            <a:off x="6223000" y="1651000"/>
            <a:ext cx="5207000" cy="762000"/>
          </a:xfrm>
          <a:prstGeom prst="roundRect">
            <a:avLst>
              <a:gd name="adj" fmla="val 16666"/>
            </a:avLst>
          </a:prstGeom>
          <a:solidFill>
            <a:srgbClr val="F0FDF4">
              <a:alpha val="100000"/>
            </a:srgbClr>
          </a:solidFill>
          <a:ln w="12700" cap="flat" cmpd="sng">
            <a:solidFill>
              <a:srgbClr val="10B981">
                <a:alpha val="2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pic>
        <p:nvPicPr>
          <p:cNvPr id="8" name="Picture 8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413500" y="1778000"/>
            <a:ext cx="508000" cy="508000"/>
          </a:xfrm>
          <a:prstGeom prst="rect">
            <a:avLst/>
          </a:prstGeom>
        </p:spPr>
      </p:pic>
      <p:sp>
        <p:nvSpPr>
          <p:cNvPr id="9" name="AutoShape 9"/>
          <p:cNvSpPr/>
          <p:nvPr/>
        </p:nvSpPr>
        <p:spPr>
          <a:xfrm>
            <a:off x="7048500" y="1714500"/>
            <a:ext cx="42545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500" b="1" i="0" u="none" strike="noStrike" dirty="0">
                <a:solidFill>
                  <a:srgbClr val="1F2937"/>
                </a:solidFill>
                <a:latin typeface="Poppins"/>
                <a:ea typeface="Poppins"/>
                <a:cs typeface="Poppins"/>
                <a:sym typeface="Poppins"/>
              </a:rPr>
              <a:t>Frontend for Telegram </a:t>
            </a:r>
            <a:endParaRPr lang="en-US" sz="1100" dirty="0"/>
          </a:p>
          <a:p>
            <a:pPr indent="0" algn="l">
              <a:lnSpc>
                <a:spcPct val="125000"/>
              </a:lnSpc>
            </a:pPr>
            <a:r>
              <a:rPr lang="en-US" sz="1300" b="0" i="0" u="none" strike="noStrike" dirty="0">
                <a:solidFill>
                  <a:srgbClr val="4B5563"/>
                </a:solidFill>
                <a:latin typeface="Poppins"/>
                <a:ea typeface="Poppins"/>
                <a:cs typeface="Poppins"/>
                <a:sym typeface="Poppins"/>
              </a:rPr>
              <a:t>Which Communicate with Telegram API and Backend containers.</a:t>
            </a:r>
          </a:p>
        </p:txBody>
      </p:sp>
      <p:sp>
        <p:nvSpPr>
          <p:cNvPr id="10" name="AutoShape 10"/>
          <p:cNvSpPr/>
          <p:nvPr/>
        </p:nvSpPr>
        <p:spPr>
          <a:xfrm>
            <a:off x="6223000" y="2540000"/>
            <a:ext cx="5207000" cy="762000"/>
          </a:xfrm>
          <a:prstGeom prst="roundRect">
            <a:avLst>
              <a:gd name="adj" fmla="val 16666"/>
            </a:avLst>
          </a:prstGeom>
          <a:solidFill>
            <a:srgbClr val="F0FDF4">
              <a:alpha val="100000"/>
            </a:srgbClr>
          </a:solidFill>
          <a:ln w="12700" cap="flat" cmpd="sng">
            <a:solidFill>
              <a:srgbClr val="10B981">
                <a:alpha val="2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pic>
        <p:nvPicPr>
          <p:cNvPr id="11" name="Picture 11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413500" y="2667000"/>
            <a:ext cx="508000" cy="508000"/>
          </a:xfrm>
          <a:prstGeom prst="rect">
            <a:avLst/>
          </a:prstGeom>
        </p:spPr>
      </p:pic>
      <p:sp>
        <p:nvSpPr>
          <p:cNvPr id="12" name="AutoShape 12"/>
          <p:cNvSpPr/>
          <p:nvPr/>
        </p:nvSpPr>
        <p:spPr>
          <a:xfrm>
            <a:off x="7048500" y="2603500"/>
            <a:ext cx="42545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500" b="1" i="0" u="none" strike="noStrike" dirty="0">
                <a:solidFill>
                  <a:srgbClr val="1F2937"/>
                </a:solidFill>
                <a:latin typeface="Poppins"/>
                <a:ea typeface="Poppins"/>
                <a:cs typeface="Poppins"/>
                <a:sym typeface="Poppins"/>
              </a:rPr>
              <a:t>MongoDB</a:t>
            </a:r>
            <a:endParaRPr lang="en-US" sz="1100" dirty="0"/>
          </a:p>
          <a:p>
            <a:pPr indent="0" algn="l">
              <a:lnSpc>
                <a:spcPct val="125000"/>
              </a:lnSpc>
            </a:pPr>
            <a:r>
              <a:rPr lang="en-US" sz="1300" dirty="0">
                <a:solidFill>
                  <a:srgbClr val="4B5563"/>
                </a:solidFill>
                <a:latin typeface="Poppins"/>
                <a:ea typeface="Poppins"/>
                <a:cs typeface="Poppins"/>
                <a:sym typeface="Poppins"/>
              </a:rPr>
              <a:t>That can s</a:t>
            </a:r>
            <a:r>
              <a:rPr lang="en-US" sz="1300" b="0" i="0" u="none" strike="noStrike" dirty="0">
                <a:solidFill>
                  <a:srgbClr val="4B5563"/>
                </a:solidFill>
                <a:latin typeface="Poppins"/>
                <a:ea typeface="Poppins"/>
                <a:cs typeface="Poppins"/>
                <a:sym typeface="Poppins"/>
              </a:rPr>
              <a:t>tore chat records from frontend.</a:t>
            </a:r>
          </a:p>
        </p:txBody>
      </p:sp>
      <p:sp>
        <p:nvSpPr>
          <p:cNvPr id="13" name="AutoShape 13"/>
          <p:cNvSpPr/>
          <p:nvPr/>
        </p:nvSpPr>
        <p:spPr>
          <a:xfrm>
            <a:off x="6223000" y="3429000"/>
            <a:ext cx="5207000" cy="1778000"/>
          </a:xfrm>
          <a:prstGeom prst="roundRect">
            <a:avLst>
              <a:gd name="adj" fmla="val 16666"/>
            </a:avLst>
          </a:prstGeom>
          <a:solidFill>
            <a:srgbClr val="F0FDF4">
              <a:alpha val="100000"/>
            </a:srgbClr>
          </a:solidFill>
          <a:ln w="12700" cap="flat" cmpd="sng">
            <a:solidFill>
              <a:srgbClr val="10B981">
                <a:alpha val="2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pic>
        <p:nvPicPr>
          <p:cNvPr id="14" name="Picture 14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413500" y="3556000"/>
            <a:ext cx="508000" cy="508000"/>
          </a:xfrm>
          <a:prstGeom prst="rect">
            <a:avLst/>
          </a:prstGeom>
        </p:spPr>
      </p:pic>
      <p:sp>
        <p:nvSpPr>
          <p:cNvPr id="15" name="AutoShape 15"/>
          <p:cNvSpPr/>
          <p:nvPr/>
        </p:nvSpPr>
        <p:spPr>
          <a:xfrm>
            <a:off x="7048500" y="3799717"/>
            <a:ext cx="4254500" cy="1354558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500" b="1" i="0" u="none" strike="noStrike" dirty="0">
                <a:solidFill>
                  <a:srgbClr val="1F2937"/>
                </a:solidFill>
                <a:latin typeface="Poppins"/>
                <a:ea typeface="Poppins"/>
                <a:cs typeface="Poppins"/>
                <a:sym typeface="Poppins"/>
              </a:rPr>
              <a:t>Multiple Backend</a:t>
            </a:r>
            <a:endParaRPr lang="en-US" sz="1100" dirty="0"/>
          </a:p>
          <a:p>
            <a:pPr>
              <a:lnSpc>
                <a:spcPct val="125000"/>
              </a:lnSpc>
            </a:pPr>
            <a:r>
              <a:rPr lang="en-US" sz="1300" b="0" i="0" u="none" strike="noStrike" dirty="0">
                <a:solidFill>
                  <a:srgbClr val="4B5563"/>
                </a:solidFill>
                <a:latin typeface="Poppins"/>
                <a:ea typeface="Poppins"/>
                <a:cs typeface="Poppins"/>
                <a:sym typeface="Poppins"/>
              </a:rPr>
              <a:t>Each </a:t>
            </a:r>
            <a:r>
              <a:rPr lang="en-US" sz="1300" dirty="0">
                <a:solidFill>
                  <a:srgbClr val="4B5563"/>
                </a:solidFill>
                <a:latin typeface="Poppins"/>
                <a:ea typeface="Poppins"/>
                <a:cs typeface="Poppins"/>
                <a:sym typeface="Poppins"/>
              </a:rPr>
              <a:t>individual </a:t>
            </a:r>
            <a:r>
              <a:rPr lang="en-US" sz="1300" b="0" i="0" u="none" strike="noStrike" dirty="0">
                <a:solidFill>
                  <a:srgbClr val="4B5563"/>
                </a:solidFill>
                <a:latin typeface="Poppins"/>
                <a:ea typeface="Poppins"/>
                <a:cs typeface="Poppins"/>
                <a:sym typeface="Poppins"/>
              </a:rPr>
              <a:t>backend container</a:t>
            </a:r>
            <a:r>
              <a:rPr lang="en-US" sz="1300" dirty="0">
                <a:solidFill>
                  <a:srgbClr val="4B5563"/>
                </a:solidFill>
                <a:latin typeface="Poppins"/>
                <a:ea typeface="Poppins"/>
                <a:cs typeface="Poppins"/>
                <a:sym typeface="Poppins"/>
              </a:rPr>
              <a:t> can use different models, API settings.</a:t>
            </a:r>
          </a:p>
          <a:p>
            <a:pPr>
              <a:lnSpc>
                <a:spcPct val="125000"/>
              </a:lnSpc>
            </a:pPr>
            <a:r>
              <a:rPr lang="en-US" sz="1300" dirty="0">
                <a:solidFill>
                  <a:srgbClr val="4B5563"/>
                </a:solidFill>
                <a:latin typeface="Poppins"/>
                <a:ea typeface="Poppins"/>
                <a:cs typeface="Poppins"/>
                <a:sym typeface="Poppins"/>
              </a:rPr>
              <a:t>This modular design makes extension and replacement easier.</a:t>
            </a:r>
          </a:p>
          <a:p>
            <a:pPr>
              <a:lnSpc>
                <a:spcPct val="125000"/>
              </a:lnSpc>
            </a:pPr>
            <a:endParaRPr lang="en-US" sz="1300" dirty="0">
              <a:solidFill>
                <a:srgbClr val="4B5563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indent="0" algn="l">
              <a:lnSpc>
                <a:spcPct val="125000"/>
              </a:lnSpc>
            </a:pPr>
            <a:endParaRPr lang="en-US" sz="1300" b="0" i="0" u="none" strike="noStrike" dirty="0">
              <a:solidFill>
                <a:srgbClr val="4B5563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22" name="AutoShape 22"/>
          <p:cNvSpPr/>
          <p:nvPr/>
        </p:nvSpPr>
        <p:spPr>
          <a:xfrm>
            <a:off x="0" y="6604000"/>
            <a:ext cx="12192000" cy="254000"/>
          </a:xfrm>
          <a:prstGeom prst="roundRect">
            <a:avLst>
              <a:gd name="adj" fmla="val 0"/>
            </a:avLst>
          </a:prstGeom>
          <a:solidFill>
            <a:srgbClr val="10B981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graphicFrame>
        <p:nvGraphicFramePr>
          <p:cNvPr id="5" name="图示 4">
            <a:extLst>
              <a:ext uri="{FF2B5EF4-FFF2-40B4-BE49-F238E27FC236}">
                <a16:creationId xmlns:a16="http://schemas.microsoft.com/office/drawing/2014/main" id="{913A95B1-752E-3279-7804-B1EAC163205F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462221660"/>
              </p:ext>
            </p:extLst>
          </p:nvPr>
        </p:nvGraphicFramePr>
        <p:xfrm>
          <a:off x="458216" y="1331682"/>
          <a:ext cx="5669534" cy="470899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7" r:lo="rId8" r:qs="rId9" r:cs="rId10"/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17E658-3299-FD6F-F27E-0A0AD987D0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>
            <a:extLst>
              <a:ext uri="{FF2B5EF4-FFF2-40B4-BE49-F238E27FC236}">
                <a16:creationId xmlns:a16="http://schemas.microsoft.com/office/drawing/2014/main" id="{9143D939-1378-A366-5CA4-444EF6FAB9E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2000" t="2127" r="2000" b="2127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3" name="AutoShape 3">
            <a:extLst>
              <a:ext uri="{FF2B5EF4-FFF2-40B4-BE49-F238E27FC236}">
                <a16:creationId xmlns:a16="http://schemas.microsoft.com/office/drawing/2014/main" id="{B9731E97-2588-F97D-818A-4C4516E04504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oundRect">
            <a:avLst>
              <a:gd name="adj" fmla="val 0"/>
            </a:avLst>
          </a:prstGeom>
          <a:solidFill>
            <a:srgbClr val="FFFFFF">
              <a:alpha val="92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 dirty="0"/>
          </a:p>
        </p:txBody>
      </p:sp>
      <p:sp>
        <p:nvSpPr>
          <p:cNvPr id="4" name="AutoShape 4">
            <a:extLst>
              <a:ext uri="{FF2B5EF4-FFF2-40B4-BE49-F238E27FC236}">
                <a16:creationId xmlns:a16="http://schemas.microsoft.com/office/drawing/2014/main" id="{06307949-6CBB-36FC-70EF-F47D20312475}"/>
              </a:ext>
            </a:extLst>
          </p:cNvPr>
          <p:cNvSpPr/>
          <p:nvPr/>
        </p:nvSpPr>
        <p:spPr>
          <a:xfrm>
            <a:off x="762000" y="635000"/>
            <a:ext cx="10668000" cy="571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3200" b="1" i="0" u="none" strike="noStrike" dirty="0">
                <a:solidFill>
                  <a:srgbClr val="1F2937"/>
                </a:solidFill>
                <a:latin typeface="Poppins"/>
                <a:ea typeface="Poppins"/>
                <a:cs typeface="Poppins"/>
                <a:sym typeface="Poppins"/>
              </a:rPr>
              <a:t>User Flow and Main Functions</a:t>
            </a:r>
            <a:endParaRPr lang="en-US" sz="1100" dirty="0"/>
          </a:p>
        </p:txBody>
      </p:sp>
      <p:grpSp>
        <p:nvGrpSpPr>
          <p:cNvPr id="38" name="组合 37">
            <a:extLst>
              <a:ext uri="{FF2B5EF4-FFF2-40B4-BE49-F238E27FC236}">
                <a16:creationId xmlns:a16="http://schemas.microsoft.com/office/drawing/2014/main" id="{F779ADA4-B0C5-98EF-1A4B-449A3605B7A4}"/>
              </a:ext>
            </a:extLst>
          </p:cNvPr>
          <p:cNvGrpSpPr/>
          <p:nvPr/>
        </p:nvGrpSpPr>
        <p:grpSpPr>
          <a:xfrm>
            <a:off x="5080000" y="3208774"/>
            <a:ext cx="6746427" cy="2125226"/>
            <a:chOff x="6407176" y="1253264"/>
            <a:chExt cx="6746427" cy="2125226"/>
          </a:xfrm>
        </p:grpSpPr>
        <p:sp>
          <p:nvSpPr>
            <p:cNvPr id="13" name="AutoShape 13">
              <a:extLst>
                <a:ext uri="{FF2B5EF4-FFF2-40B4-BE49-F238E27FC236}">
                  <a16:creationId xmlns:a16="http://schemas.microsoft.com/office/drawing/2014/main" id="{51808EDB-7BD5-CB18-D5DE-2907007181C1}"/>
                </a:ext>
              </a:extLst>
            </p:cNvPr>
            <p:cNvSpPr/>
            <p:nvPr/>
          </p:nvSpPr>
          <p:spPr>
            <a:xfrm>
              <a:off x="6422603" y="1572253"/>
              <a:ext cx="6731000" cy="1739900"/>
            </a:xfrm>
            <a:prstGeom prst="roundRect">
              <a:avLst>
                <a:gd name="adj" fmla="val 15384"/>
              </a:avLst>
            </a:prstGeom>
            <a:solidFill>
              <a:srgbClr val="F9FAFB">
                <a:alpha val="100000"/>
              </a:srgbClr>
            </a:solidFill>
            <a:ln w="12700" cap="flat" cmpd="sng">
              <a:solidFill>
                <a:srgbClr val="E5E7EB">
                  <a:alpha val="100000"/>
                </a:srgbClr>
              </a:solidFill>
              <a:prstDash val="solid"/>
              <a:round/>
            </a:ln>
          </p:spPr>
          <p:txBody>
            <a:bodyPr vert="horz" wrap="square" lIns="63500" tIns="63500" rIns="63500" bIns="63500" rtlCol="0" anchor="ctr"/>
            <a:lstStyle/>
            <a:p>
              <a:pPr algn="ctr">
                <a:defRPr/>
              </a:pPr>
              <a:endParaRPr/>
            </a:p>
          </p:txBody>
        </p:sp>
        <p:sp>
          <p:nvSpPr>
            <p:cNvPr id="14" name="AutoShape 14">
              <a:extLst>
                <a:ext uri="{FF2B5EF4-FFF2-40B4-BE49-F238E27FC236}">
                  <a16:creationId xmlns:a16="http://schemas.microsoft.com/office/drawing/2014/main" id="{2DE1C159-5C88-B4BE-968B-47F801D667B2}"/>
                </a:ext>
              </a:extLst>
            </p:cNvPr>
            <p:cNvSpPr/>
            <p:nvPr/>
          </p:nvSpPr>
          <p:spPr>
            <a:xfrm>
              <a:off x="6407176" y="1591915"/>
              <a:ext cx="91627" cy="1720237"/>
            </a:xfrm>
            <a:prstGeom prst="roundRect">
              <a:avLst>
                <a:gd name="adj" fmla="val 0"/>
              </a:avLst>
            </a:prstGeom>
            <a:solidFill>
              <a:srgbClr val="10B981">
                <a:alpha val="100000"/>
              </a:srgbClr>
            </a:solidFill>
            <a:ln w="25400" cap="flat" cmpd="sng">
              <a:noFill/>
              <a:prstDash val="solid"/>
              <a:round/>
            </a:ln>
          </p:spPr>
          <p:txBody>
            <a:bodyPr vert="horz" wrap="square" lIns="63500" tIns="63500" rIns="63500" bIns="63500" rtlCol="0" anchor="ctr"/>
            <a:lstStyle/>
            <a:p>
              <a:pPr algn="ctr">
                <a:defRPr/>
              </a:pPr>
              <a:endParaRPr/>
            </a:p>
          </p:txBody>
        </p:sp>
        <p:sp>
          <p:nvSpPr>
            <p:cNvPr id="15" name="AutoShape 15">
              <a:extLst>
                <a:ext uri="{FF2B5EF4-FFF2-40B4-BE49-F238E27FC236}">
                  <a16:creationId xmlns:a16="http://schemas.microsoft.com/office/drawing/2014/main" id="{8D50CDAC-A645-0B37-B6F7-79E07AC12569}"/>
                </a:ext>
              </a:extLst>
            </p:cNvPr>
            <p:cNvSpPr/>
            <p:nvPr/>
          </p:nvSpPr>
          <p:spPr>
            <a:xfrm>
              <a:off x="6724843" y="2194553"/>
              <a:ext cx="508000" cy="508000"/>
            </a:xfrm>
            <a:prstGeom prst="ellipse">
              <a:avLst/>
            </a:prstGeom>
            <a:solidFill>
              <a:srgbClr val="D1FAE5">
                <a:alpha val="100000"/>
              </a:srgbClr>
            </a:solidFill>
            <a:ln w="25400" cap="flat" cmpd="sng">
              <a:noFill/>
              <a:prstDash val="solid"/>
              <a:round/>
            </a:ln>
          </p:spPr>
          <p:txBody>
            <a:bodyPr vert="horz" wrap="square" lIns="63500" tIns="63500" rIns="63500" bIns="63500" rtlCol="0" anchor="ctr"/>
            <a:lstStyle/>
            <a:p>
              <a:pPr algn="ctr">
                <a:defRPr/>
              </a:pPr>
              <a:endParaRPr/>
            </a:p>
          </p:txBody>
        </p:sp>
        <p:pic>
          <p:nvPicPr>
            <p:cNvPr id="16" name="Picture 16">
              <a:extLst>
                <a:ext uri="{FF2B5EF4-FFF2-40B4-BE49-F238E27FC236}">
                  <a16:creationId xmlns:a16="http://schemas.microsoft.com/office/drawing/2014/main" id="{BCDF790E-AA83-C18B-5DB9-BC528B2F0697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6826443" y="2296153"/>
              <a:ext cx="304800" cy="304800"/>
            </a:xfrm>
            <a:prstGeom prst="rect">
              <a:avLst/>
            </a:prstGeom>
          </p:spPr>
        </p:pic>
        <p:sp>
          <p:nvSpPr>
            <p:cNvPr id="17" name="AutoShape 17">
              <a:extLst>
                <a:ext uri="{FF2B5EF4-FFF2-40B4-BE49-F238E27FC236}">
                  <a16:creationId xmlns:a16="http://schemas.microsoft.com/office/drawing/2014/main" id="{5E5C46B1-FD41-8DE1-E88B-D4C9D84AA9B7}"/>
                </a:ext>
              </a:extLst>
            </p:cNvPr>
            <p:cNvSpPr/>
            <p:nvPr/>
          </p:nvSpPr>
          <p:spPr>
            <a:xfrm>
              <a:off x="7458883" y="1702090"/>
              <a:ext cx="5524500" cy="1676400"/>
            </a:xfrm>
            <a:prstGeom prst="rect">
              <a:avLst/>
            </a:prstGeom>
            <a:noFill/>
            <a:ln w="12700" cap="flat" cmpd="sng">
              <a:noFill/>
              <a:prstDash val="solid"/>
              <a:round/>
            </a:ln>
          </p:spPr>
          <p:txBody>
            <a:bodyPr vert="horz" wrap="square" lIns="0" tIns="0" rIns="0" bIns="0" rtlCol="0" anchor="ctr" anchorCtr="0"/>
            <a:lstStyle/>
            <a:p>
              <a:pPr>
                <a:lnSpc>
                  <a:spcPct val="125000"/>
                </a:lnSpc>
                <a:defRPr/>
              </a:pPr>
              <a:r>
                <a:rPr lang="en-US" altLang="zh-CN" sz="1600" b="1" dirty="0">
                  <a:solidFill>
                    <a:srgbClr val="1F2937"/>
                  </a:solidFill>
                  <a:latin typeface="Poppins"/>
                  <a:ea typeface="Poppins"/>
                  <a:cs typeface="Poppins"/>
                  <a:sym typeface="Poppins"/>
                </a:rPr>
                <a:t>Backend Selection:</a:t>
              </a:r>
            </a:p>
            <a:p>
              <a:pPr>
                <a:lnSpc>
                  <a:spcPct val="125000"/>
                </a:lnSpc>
                <a:defRPr/>
              </a:pPr>
              <a:r>
                <a:rPr lang="en-US" altLang="zh-CN" sz="1300" dirty="0">
                  <a:solidFill>
                    <a:srgbClr val="6B7280"/>
                  </a:solidFill>
                  <a:latin typeface="Poppins"/>
                  <a:cs typeface="Poppins"/>
                  <a:sym typeface="Poppins"/>
                </a:rPr>
                <a:t>In telegram chatbot, we can use </a:t>
              </a:r>
              <a:r>
                <a:rPr lang="en-US" altLang="zh-CN" sz="1300" dirty="0" err="1">
                  <a:solidFill>
                    <a:srgbClr val="6B7280"/>
                  </a:solidFill>
                  <a:latin typeface="Poppins"/>
                  <a:cs typeface="Poppins"/>
                  <a:sym typeface="Poppins"/>
                </a:rPr>
                <a:t>setllm</a:t>
              </a:r>
              <a:r>
                <a:rPr lang="en-US" altLang="zh-CN" sz="1300" dirty="0">
                  <a:solidFill>
                    <a:srgbClr val="6B7280"/>
                  </a:solidFill>
                  <a:latin typeface="Poppins"/>
                  <a:cs typeface="Poppins"/>
                  <a:sym typeface="Poppins"/>
                </a:rPr>
                <a:t> to select different backend server.</a:t>
              </a:r>
            </a:p>
            <a:p>
              <a:pPr>
                <a:lnSpc>
                  <a:spcPct val="125000"/>
                </a:lnSpc>
                <a:defRPr/>
              </a:pPr>
              <a:r>
                <a:rPr lang="en-US" altLang="zh-CN" sz="1300" dirty="0">
                  <a:solidFill>
                    <a:srgbClr val="6B7280"/>
                  </a:solidFill>
                  <a:latin typeface="Poppins"/>
                  <a:ea typeface="Poppins"/>
                  <a:cs typeface="Poppins"/>
                  <a:sym typeface="Poppins"/>
                </a:rPr>
                <a:t>Frontend Server will check backend health when user send </a:t>
              </a:r>
              <a:r>
                <a:rPr lang="en-US" altLang="zh-CN" sz="1300" dirty="0" err="1">
                  <a:solidFill>
                    <a:srgbClr val="6B7280"/>
                  </a:solidFill>
                  <a:latin typeface="Poppins"/>
                  <a:ea typeface="Poppins"/>
                  <a:cs typeface="Poppins"/>
                  <a:sym typeface="Poppins"/>
                </a:rPr>
                <a:t>setllm</a:t>
              </a:r>
              <a:r>
                <a:rPr lang="en-US" altLang="zh-CN" sz="1300" dirty="0">
                  <a:solidFill>
                    <a:srgbClr val="6B7280"/>
                  </a:solidFill>
                  <a:latin typeface="Poppins"/>
                  <a:ea typeface="Poppins"/>
                  <a:cs typeface="Poppins"/>
                  <a:sym typeface="Poppins"/>
                </a:rPr>
                <a:t> command.</a:t>
              </a:r>
            </a:p>
            <a:p>
              <a:pPr>
                <a:lnSpc>
                  <a:spcPct val="125000"/>
                </a:lnSpc>
                <a:defRPr/>
              </a:pPr>
              <a:r>
                <a:rPr lang="en-US" altLang="zh-CN" sz="1300" dirty="0">
                  <a:solidFill>
                    <a:srgbClr val="6B7280"/>
                  </a:solidFill>
                  <a:latin typeface="Poppins"/>
                  <a:ea typeface="Poppins"/>
                  <a:cs typeface="Poppins"/>
                  <a:sym typeface="Poppins"/>
                </a:rPr>
                <a:t>If frontend server fail to check the health of it, it will reject the </a:t>
              </a:r>
              <a:r>
                <a:rPr lang="en-US" altLang="zh-CN" sz="1300" dirty="0" err="1">
                  <a:solidFill>
                    <a:srgbClr val="6B7280"/>
                  </a:solidFill>
                  <a:latin typeface="Poppins"/>
                  <a:ea typeface="Poppins"/>
                  <a:cs typeface="Poppins"/>
                  <a:sym typeface="Poppins"/>
                </a:rPr>
                <a:t>setllm</a:t>
              </a:r>
              <a:r>
                <a:rPr lang="en-US" altLang="zh-CN" sz="1300" dirty="0">
                  <a:solidFill>
                    <a:srgbClr val="6B7280"/>
                  </a:solidFill>
                  <a:latin typeface="Poppins"/>
                  <a:ea typeface="Poppins"/>
                  <a:cs typeface="Poppins"/>
                  <a:sym typeface="Poppins"/>
                </a:rPr>
                <a:t> command.</a:t>
              </a:r>
            </a:p>
            <a:p>
              <a:pPr>
                <a:lnSpc>
                  <a:spcPct val="125000"/>
                </a:lnSpc>
                <a:defRPr/>
              </a:pPr>
              <a:endParaRPr lang="en-US" altLang="zh-CN" sz="1300" dirty="0">
                <a:solidFill>
                  <a:srgbClr val="6B7280"/>
                </a:solidFill>
                <a:latin typeface="Poppins"/>
                <a:cs typeface="Poppins"/>
                <a:sym typeface="Poppins"/>
              </a:endParaRPr>
            </a:p>
          </p:txBody>
        </p:sp>
        <p:sp>
          <p:nvSpPr>
            <p:cNvPr id="36" name="文本框 35">
              <a:extLst>
                <a:ext uri="{FF2B5EF4-FFF2-40B4-BE49-F238E27FC236}">
                  <a16:creationId xmlns:a16="http://schemas.microsoft.com/office/drawing/2014/main" id="{B11BC4E9-97AA-A71B-CDBD-EB472FBDF7B0}"/>
                </a:ext>
              </a:extLst>
            </p:cNvPr>
            <p:cNvSpPr txBox="1"/>
            <p:nvPr/>
          </p:nvSpPr>
          <p:spPr>
            <a:xfrm>
              <a:off x="6460703" y="1253264"/>
              <a:ext cx="6097348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zh-CN" sz="1400" b="1" dirty="0">
                  <a:solidFill>
                    <a:srgbClr val="1F2937"/>
                  </a:solidFill>
                  <a:latin typeface="Poppins"/>
                  <a:ea typeface="Poppins"/>
                  <a:cs typeface="Poppins"/>
                  <a:sym typeface="Poppins"/>
                </a:rPr>
                <a:t>In a Frontend Server:</a:t>
              </a:r>
              <a:endParaRPr lang="zh-CN" altLang="en-US" dirty="0"/>
            </a:p>
          </p:txBody>
        </p:sp>
      </p:grpSp>
      <p:grpSp>
        <p:nvGrpSpPr>
          <p:cNvPr id="39" name="组合 38">
            <a:extLst>
              <a:ext uri="{FF2B5EF4-FFF2-40B4-BE49-F238E27FC236}">
                <a16:creationId xmlns:a16="http://schemas.microsoft.com/office/drawing/2014/main" id="{E1EF1CBD-6023-173F-4294-0D67AE43C7E3}"/>
              </a:ext>
            </a:extLst>
          </p:cNvPr>
          <p:cNvGrpSpPr/>
          <p:nvPr/>
        </p:nvGrpSpPr>
        <p:grpSpPr>
          <a:xfrm>
            <a:off x="5003274" y="1461613"/>
            <a:ext cx="6795172" cy="1296890"/>
            <a:chOff x="4634828" y="4191000"/>
            <a:chExt cx="6795172" cy="1296890"/>
          </a:xfrm>
        </p:grpSpPr>
        <p:sp>
          <p:nvSpPr>
            <p:cNvPr id="23" name="AutoShape 23">
              <a:extLst>
                <a:ext uri="{FF2B5EF4-FFF2-40B4-BE49-F238E27FC236}">
                  <a16:creationId xmlns:a16="http://schemas.microsoft.com/office/drawing/2014/main" id="{06375BA4-E5D7-BA95-DF04-2B78D66F6B8F}"/>
                </a:ext>
              </a:extLst>
            </p:cNvPr>
            <p:cNvSpPr/>
            <p:nvPr/>
          </p:nvSpPr>
          <p:spPr>
            <a:xfrm>
              <a:off x="4699000" y="4508500"/>
              <a:ext cx="6731000" cy="979390"/>
            </a:xfrm>
            <a:prstGeom prst="roundRect">
              <a:avLst>
                <a:gd name="adj" fmla="val 15384"/>
              </a:avLst>
            </a:prstGeom>
            <a:solidFill>
              <a:srgbClr val="F9FAFB">
                <a:alpha val="100000"/>
              </a:srgbClr>
            </a:solidFill>
            <a:ln w="12700" cap="flat" cmpd="sng">
              <a:solidFill>
                <a:srgbClr val="E5E7EB">
                  <a:alpha val="100000"/>
                </a:srgbClr>
              </a:solidFill>
              <a:prstDash val="solid"/>
              <a:round/>
            </a:ln>
          </p:spPr>
          <p:txBody>
            <a:bodyPr vert="horz" wrap="square" lIns="63500" tIns="63500" rIns="63500" bIns="63500" rtlCol="0" anchor="ctr"/>
            <a:lstStyle/>
            <a:p>
              <a:pPr algn="ctr">
                <a:defRPr/>
              </a:pPr>
              <a:endParaRPr/>
            </a:p>
          </p:txBody>
        </p:sp>
        <p:sp>
          <p:nvSpPr>
            <p:cNvPr id="24" name="AutoShape 24">
              <a:extLst>
                <a:ext uri="{FF2B5EF4-FFF2-40B4-BE49-F238E27FC236}">
                  <a16:creationId xmlns:a16="http://schemas.microsoft.com/office/drawing/2014/main" id="{7C2FCE60-1ECF-0FD3-7ECB-1D15B87EC4CF}"/>
                </a:ext>
              </a:extLst>
            </p:cNvPr>
            <p:cNvSpPr/>
            <p:nvPr/>
          </p:nvSpPr>
          <p:spPr>
            <a:xfrm>
              <a:off x="4699000" y="4508500"/>
              <a:ext cx="76200" cy="979389"/>
            </a:xfrm>
            <a:prstGeom prst="roundRect">
              <a:avLst>
                <a:gd name="adj" fmla="val 0"/>
              </a:avLst>
            </a:prstGeom>
            <a:solidFill>
              <a:srgbClr val="10B981">
                <a:alpha val="100000"/>
              </a:srgbClr>
            </a:solidFill>
            <a:ln w="25400" cap="flat" cmpd="sng">
              <a:noFill/>
              <a:prstDash val="solid"/>
              <a:round/>
            </a:ln>
          </p:spPr>
          <p:txBody>
            <a:bodyPr vert="horz" wrap="square" lIns="63500" tIns="63500" rIns="63500" bIns="63500" rtlCol="0" anchor="ctr"/>
            <a:lstStyle/>
            <a:p>
              <a:pPr algn="ctr">
                <a:defRPr/>
              </a:pPr>
              <a:endParaRPr/>
            </a:p>
          </p:txBody>
        </p:sp>
        <p:sp>
          <p:nvSpPr>
            <p:cNvPr id="25" name="AutoShape 25">
              <a:extLst>
                <a:ext uri="{FF2B5EF4-FFF2-40B4-BE49-F238E27FC236}">
                  <a16:creationId xmlns:a16="http://schemas.microsoft.com/office/drawing/2014/main" id="{D1ECFA3F-5EC4-FF22-7DC0-CAB9525F7D31}"/>
                </a:ext>
              </a:extLst>
            </p:cNvPr>
            <p:cNvSpPr/>
            <p:nvPr/>
          </p:nvSpPr>
          <p:spPr>
            <a:xfrm>
              <a:off x="5016500" y="4660900"/>
              <a:ext cx="508000" cy="508000"/>
            </a:xfrm>
            <a:prstGeom prst="ellipse">
              <a:avLst/>
            </a:prstGeom>
            <a:solidFill>
              <a:srgbClr val="D1FAE5">
                <a:alpha val="100000"/>
              </a:srgbClr>
            </a:solidFill>
            <a:ln w="25400" cap="flat" cmpd="sng">
              <a:noFill/>
              <a:prstDash val="solid"/>
              <a:round/>
            </a:ln>
          </p:spPr>
          <p:txBody>
            <a:bodyPr vert="horz" wrap="square" lIns="63500" tIns="63500" rIns="63500" bIns="63500" rtlCol="0" anchor="ctr"/>
            <a:lstStyle/>
            <a:p>
              <a:pPr algn="ctr">
                <a:defRPr/>
              </a:pPr>
              <a:endParaRPr/>
            </a:p>
          </p:txBody>
        </p:sp>
        <p:pic>
          <p:nvPicPr>
            <p:cNvPr id="26" name="Picture 26">
              <a:extLst>
                <a:ext uri="{FF2B5EF4-FFF2-40B4-BE49-F238E27FC236}">
                  <a16:creationId xmlns:a16="http://schemas.microsoft.com/office/drawing/2014/main" id="{180A518F-7077-DFFC-71C7-CB3C091CCACE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5118100" y="4762500"/>
              <a:ext cx="304800" cy="304800"/>
            </a:xfrm>
            <a:prstGeom prst="rect">
              <a:avLst/>
            </a:prstGeom>
          </p:spPr>
        </p:pic>
        <p:sp>
          <p:nvSpPr>
            <p:cNvPr id="27" name="AutoShape 27">
              <a:extLst>
                <a:ext uri="{FF2B5EF4-FFF2-40B4-BE49-F238E27FC236}">
                  <a16:creationId xmlns:a16="http://schemas.microsoft.com/office/drawing/2014/main" id="{EE4DB24A-51FB-11B8-31EC-3C0E7FE28882}"/>
                </a:ext>
              </a:extLst>
            </p:cNvPr>
            <p:cNvSpPr/>
            <p:nvPr/>
          </p:nvSpPr>
          <p:spPr>
            <a:xfrm>
              <a:off x="5735280" y="4616169"/>
              <a:ext cx="5524500" cy="717831"/>
            </a:xfrm>
            <a:prstGeom prst="rect">
              <a:avLst/>
            </a:prstGeom>
            <a:noFill/>
            <a:ln w="12700" cap="flat" cmpd="sng">
              <a:noFill/>
              <a:prstDash val="solid"/>
              <a:round/>
            </a:ln>
          </p:spPr>
          <p:txBody>
            <a:bodyPr vert="horz" wrap="square" lIns="0" tIns="0" rIns="0" bIns="0" rtlCol="0" anchor="ctr" anchorCtr="0"/>
            <a:lstStyle/>
            <a:p>
              <a:pPr indent="0" algn="l">
                <a:lnSpc>
                  <a:spcPct val="125000"/>
                </a:lnSpc>
                <a:defRPr/>
              </a:pPr>
              <a:r>
                <a:rPr lang="en-US" sz="1600" b="1" i="0" u="none" strike="noStrike" dirty="0">
                  <a:solidFill>
                    <a:srgbClr val="1F2937"/>
                  </a:solidFill>
                  <a:latin typeface="Poppins"/>
                  <a:ea typeface="Poppins"/>
                  <a:cs typeface="Poppins"/>
                  <a:sym typeface="Poppins"/>
                </a:rPr>
                <a:t>Status &amp; Failover Info (/health)</a:t>
              </a:r>
            </a:p>
            <a:p>
              <a:pPr indent="0" algn="l">
                <a:lnSpc>
                  <a:spcPct val="125000"/>
                </a:lnSpc>
              </a:pPr>
              <a:r>
                <a:rPr lang="en-US" sz="1300" b="0" i="0" u="none" strike="noStrike" dirty="0">
                  <a:solidFill>
                    <a:srgbClr val="6B7280"/>
                  </a:solidFill>
                  <a:latin typeface="Poppins"/>
                  <a:ea typeface="Poppins"/>
                  <a:cs typeface="Poppins"/>
                  <a:sym typeface="Poppins"/>
                </a:rPr>
                <a:t>When we create a new backend server, it will create a page “/hea</a:t>
              </a:r>
              <a:r>
                <a:rPr lang="en-US" sz="1300" dirty="0">
                  <a:solidFill>
                    <a:srgbClr val="6B7280"/>
                  </a:solidFill>
                  <a:latin typeface="Poppins"/>
                  <a:ea typeface="Poppins"/>
                  <a:cs typeface="Poppins"/>
                  <a:sym typeface="Poppins"/>
                </a:rPr>
                <a:t>th</a:t>
              </a:r>
              <a:r>
                <a:rPr lang="en-US" sz="1300" b="0" i="0" u="none" strike="noStrike" dirty="0">
                  <a:solidFill>
                    <a:srgbClr val="6B7280"/>
                  </a:solidFill>
                  <a:latin typeface="Poppins"/>
                  <a:ea typeface="Poppins"/>
                  <a:cs typeface="Poppins"/>
                  <a:sym typeface="Poppins"/>
                </a:rPr>
                <a:t>” which is an API for frontend server to check the status of it.</a:t>
              </a:r>
            </a:p>
          </p:txBody>
        </p:sp>
        <p:sp>
          <p:nvSpPr>
            <p:cNvPr id="37" name="文本框 36">
              <a:extLst>
                <a:ext uri="{FF2B5EF4-FFF2-40B4-BE49-F238E27FC236}">
                  <a16:creationId xmlns:a16="http://schemas.microsoft.com/office/drawing/2014/main" id="{D5DEEA2B-3E3C-820E-64BB-BB2B5EE14EF7}"/>
                </a:ext>
              </a:extLst>
            </p:cNvPr>
            <p:cNvSpPr txBox="1"/>
            <p:nvPr/>
          </p:nvSpPr>
          <p:spPr>
            <a:xfrm>
              <a:off x="4634828" y="4191000"/>
              <a:ext cx="6097348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zh-CN" sz="1400" b="1" dirty="0">
                  <a:solidFill>
                    <a:srgbClr val="1F2937"/>
                  </a:solidFill>
                  <a:latin typeface="Poppins"/>
                  <a:ea typeface="Poppins"/>
                  <a:cs typeface="Poppins"/>
                  <a:sym typeface="Poppins"/>
                </a:rPr>
                <a:t>In a Backend Server:</a:t>
              </a:r>
              <a:endParaRPr lang="zh-CN" altLang="en-US" dirty="0"/>
            </a:p>
          </p:txBody>
        </p:sp>
      </p:grpSp>
      <p:pic>
        <p:nvPicPr>
          <p:cNvPr id="49" name="图片 48">
            <a:extLst>
              <a:ext uri="{FF2B5EF4-FFF2-40B4-BE49-F238E27FC236}">
                <a16:creationId xmlns:a16="http://schemas.microsoft.com/office/drawing/2014/main" id="{E1753505-E33A-86AF-CD38-49FB0A0F62F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48808" y="1461613"/>
            <a:ext cx="4225084" cy="43585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260667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4F6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3"/>
          <a:srcRect l="1807" t="1785" r="1807" b="1785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3" name="AutoShape 3"/>
          <p:cNvSpPr/>
          <p:nvPr/>
        </p:nvSpPr>
        <p:spPr>
          <a:xfrm>
            <a:off x="0" y="0"/>
            <a:ext cx="12192000" cy="6858000"/>
          </a:xfrm>
          <a:prstGeom prst="roundRect">
            <a:avLst>
              <a:gd name="adj" fmla="val 0"/>
            </a:avLst>
          </a:prstGeom>
          <a:solidFill>
            <a:srgbClr val="FFFFFF">
              <a:alpha val="92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4" name="AutoShape 4"/>
          <p:cNvSpPr/>
          <p:nvPr/>
        </p:nvSpPr>
        <p:spPr>
          <a:xfrm>
            <a:off x="762000" y="635000"/>
            <a:ext cx="10668000" cy="571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3200" b="1" i="0" u="none" strike="noStrike" dirty="0">
                <a:solidFill>
                  <a:srgbClr val="1F2937"/>
                </a:solidFill>
                <a:latin typeface="Poppins"/>
                <a:ea typeface="Poppins"/>
                <a:cs typeface="Poppins"/>
                <a:sym typeface="Poppins"/>
              </a:rPr>
              <a:t>Reliability and Scalability</a:t>
            </a:r>
            <a:endParaRPr lang="en-US" sz="1100" dirty="0"/>
          </a:p>
        </p:txBody>
      </p:sp>
      <p:grpSp>
        <p:nvGrpSpPr>
          <p:cNvPr id="24" name="组合 23">
            <a:extLst>
              <a:ext uri="{FF2B5EF4-FFF2-40B4-BE49-F238E27FC236}">
                <a16:creationId xmlns:a16="http://schemas.microsoft.com/office/drawing/2014/main" id="{56D57621-9224-9A2B-60D2-D05201620C4B}"/>
              </a:ext>
            </a:extLst>
          </p:cNvPr>
          <p:cNvGrpSpPr/>
          <p:nvPr/>
        </p:nvGrpSpPr>
        <p:grpSpPr>
          <a:xfrm>
            <a:off x="530627" y="4907596"/>
            <a:ext cx="5631383" cy="1500049"/>
            <a:chOff x="6477000" y="2155965"/>
            <a:chExt cx="5631383" cy="1500049"/>
          </a:xfrm>
        </p:grpSpPr>
        <p:sp>
          <p:nvSpPr>
            <p:cNvPr id="7" name="AutoShape 7"/>
            <p:cNvSpPr/>
            <p:nvPr/>
          </p:nvSpPr>
          <p:spPr>
            <a:xfrm>
              <a:off x="6477000" y="2225535"/>
              <a:ext cx="609600" cy="609600"/>
            </a:xfrm>
            <a:prstGeom prst="ellipse">
              <a:avLst/>
            </a:prstGeom>
            <a:solidFill>
              <a:srgbClr val="10B981">
                <a:alpha val="10000"/>
              </a:srgbClr>
            </a:solidFill>
            <a:ln w="25400" cap="flat" cmpd="sng">
              <a:noFill/>
              <a:prstDash val="solid"/>
              <a:round/>
            </a:ln>
          </p:spPr>
          <p:txBody>
            <a:bodyPr vert="horz" wrap="square" lIns="63500" tIns="63500" rIns="63500" bIns="63500" rtlCol="0" anchor="ctr"/>
            <a:lstStyle/>
            <a:p>
              <a:pPr algn="ctr">
                <a:defRPr/>
              </a:pPr>
              <a:endParaRPr/>
            </a:p>
          </p:txBody>
        </p:sp>
        <p:pic>
          <p:nvPicPr>
            <p:cNvPr id="8" name="Picture 8"/>
            <p:cNvPicPr>
              <a:picLocks noChangeAspect="1"/>
            </p:cNvPicPr>
            <p:nvPr/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6629400" y="2377935"/>
              <a:ext cx="304800" cy="304800"/>
            </a:xfrm>
            <a:prstGeom prst="rect">
              <a:avLst/>
            </a:prstGeom>
          </p:spPr>
        </p:pic>
        <p:sp>
          <p:nvSpPr>
            <p:cNvPr id="15" name="AutoShape 15"/>
            <p:cNvSpPr/>
            <p:nvPr/>
          </p:nvSpPr>
          <p:spPr>
            <a:xfrm>
              <a:off x="7170217" y="2155965"/>
              <a:ext cx="4938166" cy="1500049"/>
            </a:xfrm>
            <a:prstGeom prst="rect">
              <a:avLst/>
            </a:prstGeom>
            <a:noFill/>
            <a:ln w="12700" cap="flat" cmpd="sng">
              <a:noFill/>
              <a:prstDash val="solid"/>
              <a:round/>
            </a:ln>
          </p:spPr>
          <p:txBody>
            <a:bodyPr vert="horz" wrap="square" lIns="0" tIns="0" rIns="0" bIns="0" rtlCol="0" anchor="ctr" anchorCtr="0"/>
            <a:lstStyle/>
            <a:p>
              <a:pPr indent="0" algn="l">
                <a:lnSpc>
                  <a:spcPct val="125000"/>
                </a:lnSpc>
                <a:defRPr/>
              </a:pPr>
              <a:r>
                <a:rPr lang="en-US" sz="1500" b="1" i="0" u="none" strike="noStrike" dirty="0">
                  <a:solidFill>
                    <a:srgbClr val="1F2937"/>
                  </a:solidFill>
                  <a:latin typeface="Noto Sans SC"/>
                  <a:ea typeface="Noto Sans SC"/>
                  <a:cs typeface="Noto Sans SC"/>
                  <a:sym typeface="Noto Sans SC"/>
                </a:rPr>
                <a:t>High availability of services</a:t>
              </a:r>
              <a:r>
                <a:rPr lang="en-US" sz="1600" dirty="0">
                  <a:solidFill>
                    <a:srgbClr val="1F2329"/>
                  </a:solidFill>
                  <a:latin typeface="Noto Sans SC"/>
                  <a:ea typeface="Noto Sans SC"/>
                  <a:cs typeface="Noto Sans SC"/>
                  <a:sym typeface="Noto Sans SC"/>
                </a:rPr>
                <a:t>:</a:t>
              </a:r>
            </a:p>
            <a:p>
              <a:pPr indent="0" algn="l">
                <a:lnSpc>
                  <a:spcPct val="125000"/>
                </a:lnSpc>
                <a:defRPr/>
              </a:pPr>
              <a:r>
                <a:rPr lang="en-US" sz="1300" dirty="0">
                  <a:solidFill>
                    <a:srgbClr val="6B7280"/>
                  </a:solidFill>
                  <a:latin typeface="Noto Sans SC"/>
                  <a:ea typeface="Noto Sans SC"/>
                  <a:sym typeface="Noto Sans SC"/>
                </a:rPr>
                <a:t>The chatbot will still available when there's</a:t>
              </a:r>
              <a:r>
                <a:rPr lang="en-US" altLang="zh-CN" sz="1300" dirty="0">
                  <a:solidFill>
                    <a:srgbClr val="6B7280"/>
                  </a:solidFill>
                  <a:latin typeface="Noto Sans SC"/>
                  <a:ea typeface="Noto Sans SC"/>
                  <a:sym typeface="Noto Sans SC"/>
                </a:rPr>
                <a:t> only one backend server online, When backend fail to communicate with GenAI Server, it tries the next backend ID until reach the max number we set in Frontend server.</a:t>
              </a:r>
              <a:endParaRPr lang="en-US" sz="1300" dirty="0">
                <a:solidFill>
                  <a:srgbClr val="6B7280"/>
                </a:solidFill>
                <a:latin typeface="Noto Sans SC"/>
                <a:ea typeface="Noto Sans SC"/>
              </a:endParaRPr>
            </a:p>
          </p:txBody>
        </p:sp>
      </p:grpSp>
      <p:grpSp>
        <p:nvGrpSpPr>
          <p:cNvPr id="32" name="组合 31">
            <a:extLst>
              <a:ext uri="{FF2B5EF4-FFF2-40B4-BE49-F238E27FC236}">
                <a16:creationId xmlns:a16="http://schemas.microsoft.com/office/drawing/2014/main" id="{2D7E4768-65AD-08CA-AE27-7A07FF734FC3}"/>
              </a:ext>
            </a:extLst>
          </p:cNvPr>
          <p:cNvGrpSpPr/>
          <p:nvPr/>
        </p:nvGrpSpPr>
        <p:grpSpPr>
          <a:xfrm>
            <a:off x="6477000" y="4758119"/>
            <a:ext cx="4953000" cy="1715510"/>
            <a:chOff x="6477000" y="4702035"/>
            <a:chExt cx="4953000" cy="1715510"/>
          </a:xfrm>
        </p:grpSpPr>
        <p:sp>
          <p:nvSpPr>
            <p:cNvPr id="16" name="AutoShape 16"/>
            <p:cNvSpPr/>
            <p:nvPr/>
          </p:nvSpPr>
          <p:spPr>
            <a:xfrm>
              <a:off x="6477000" y="4702035"/>
              <a:ext cx="609600" cy="609600"/>
            </a:xfrm>
            <a:prstGeom prst="ellipse">
              <a:avLst/>
            </a:prstGeom>
            <a:solidFill>
              <a:srgbClr val="10B981">
                <a:alpha val="10000"/>
              </a:srgbClr>
            </a:solidFill>
            <a:ln w="25400" cap="flat" cmpd="sng">
              <a:noFill/>
              <a:prstDash val="solid"/>
              <a:round/>
            </a:ln>
          </p:spPr>
          <p:txBody>
            <a:bodyPr vert="horz" wrap="square" lIns="63500" tIns="63500" rIns="63500" bIns="63500" rtlCol="0" anchor="ctr"/>
            <a:lstStyle/>
            <a:p>
              <a:pPr algn="ctr">
                <a:defRPr/>
              </a:pPr>
              <a:endParaRPr/>
            </a:p>
          </p:txBody>
        </p:sp>
        <p:pic>
          <p:nvPicPr>
            <p:cNvPr id="17" name="Picture 17"/>
            <p:cNvPicPr>
              <a:picLocks noChangeAspect="1"/>
            </p:cNvPicPr>
            <p:nvPr/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6629400" y="4854435"/>
              <a:ext cx="304800" cy="304800"/>
            </a:xfrm>
            <a:prstGeom prst="rect">
              <a:avLst/>
            </a:prstGeom>
          </p:spPr>
        </p:pic>
        <p:sp>
          <p:nvSpPr>
            <p:cNvPr id="18" name="AutoShape 18"/>
            <p:cNvSpPr/>
            <p:nvPr/>
          </p:nvSpPr>
          <p:spPr>
            <a:xfrm>
              <a:off x="7239000" y="4702035"/>
              <a:ext cx="4191000" cy="1715510"/>
            </a:xfrm>
            <a:prstGeom prst="rect">
              <a:avLst/>
            </a:prstGeom>
            <a:noFill/>
            <a:ln w="12700" cap="flat" cmpd="sng">
              <a:noFill/>
              <a:prstDash val="solid"/>
              <a:round/>
            </a:ln>
          </p:spPr>
          <p:txBody>
            <a:bodyPr vert="horz" wrap="square" lIns="0" tIns="0" rIns="0" bIns="0" rtlCol="0" anchor="ctr" anchorCtr="0"/>
            <a:lstStyle/>
            <a:p>
              <a:pPr indent="0" algn="l">
                <a:lnSpc>
                  <a:spcPct val="125000"/>
                </a:lnSpc>
                <a:defRPr/>
              </a:pPr>
              <a:r>
                <a:rPr lang="en-US" sz="1500" b="1" dirty="0">
                  <a:solidFill>
                    <a:srgbClr val="1F2937"/>
                  </a:solidFill>
                  <a:latin typeface="Noto Sans SC"/>
                  <a:ea typeface="Noto Sans SC"/>
                  <a:cs typeface="Noto Sans SC"/>
                  <a:sym typeface="Noto Sans SC"/>
                </a:rPr>
                <a:t>S</a:t>
              </a:r>
              <a:r>
                <a:rPr lang="en-US" sz="1500" b="1" i="0" u="none" strike="noStrike" dirty="0">
                  <a:solidFill>
                    <a:srgbClr val="1F2937"/>
                  </a:solidFill>
                  <a:latin typeface="Noto Sans SC"/>
                  <a:ea typeface="Noto Sans SC"/>
                  <a:cs typeface="Noto Sans SC"/>
                  <a:sym typeface="Noto Sans SC"/>
                </a:rPr>
                <a:t>calability</a:t>
              </a:r>
              <a:br>
                <a:rPr lang="en-US" sz="1600" b="0" i="0" u="none" strike="noStrike" dirty="0">
                  <a:solidFill>
                    <a:srgbClr val="1F2329"/>
                  </a:solidFill>
                  <a:latin typeface="Noto Sans SC"/>
                  <a:ea typeface="Noto Sans SC"/>
                  <a:cs typeface="Noto Sans SC"/>
                  <a:sym typeface="Noto Sans SC"/>
                </a:rPr>
              </a:br>
              <a:r>
                <a:rPr lang="en-US" sz="1300" dirty="0">
                  <a:solidFill>
                    <a:srgbClr val="6B7280"/>
                  </a:solidFill>
                  <a:latin typeface="Noto Sans SC"/>
                  <a:ea typeface="Noto Sans SC"/>
                  <a:cs typeface="Noto Sans SC"/>
                  <a:sym typeface="Noto Sans SC"/>
                </a:rPr>
                <a:t>If we want to create new backend server, we just simply use an unused backend id and then create, the frontend server should be able to use the new backend without restart.</a:t>
              </a:r>
            </a:p>
            <a:p>
              <a:pPr indent="0" algn="l">
                <a:lnSpc>
                  <a:spcPct val="125000"/>
                </a:lnSpc>
                <a:defRPr/>
              </a:pPr>
              <a:r>
                <a:rPr lang="en-US" sz="1300" dirty="0">
                  <a:solidFill>
                    <a:srgbClr val="6B7280"/>
                  </a:solidFill>
                  <a:latin typeface="Noto Sans SC"/>
                  <a:ea typeface="Noto Sans SC"/>
                  <a:cs typeface="Noto Sans SC"/>
                  <a:sym typeface="Noto Sans SC"/>
                </a:rPr>
                <a:t>if we want to fix the problem backend server, just replace the problem backend server by using the same ID.</a:t>
              </a:r>
              <a:endParaRPr lang="en-US" sz="1100" dirty="0"/>
            </a:p>
          </p:txBody>
        </p:sp>
      </p:grpSp>
      <p:sp>
        <p:nvSpPr>
          <p:cNvPr id="22" name="AutoShape 22"/>
          <p:cNvSpPr/>
          <p:nvPr/>
        </p:nvSpPr>
        <p:spPr>
          <a:xfrm>
            <a:off x="0" y="6756400"/>
            <a:ext cx="12192000" cy="101600"/>
          </a:xfrm>
          <a:prstGeom prst="roundRect">
            <a:avLst>
              <a:gd name="adj" fmla="val 0"/>
            </a:avLst>
          </a:prstGeom>
          <a:solidFill>
            <a:srgbClr val="10B981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pic>
        <p:nvPicPr>
          <p:cNvPr id="26" name="图片 25">
            <a:extLst>
              <a:ext uri="{FF2B5EF4-FFF2-40B4-BE49-F238E27FC236}">
                <a16:creationId xmlns:a16="http://schemas.microsoft.com/office/drawing/2014/main" id="{90A29204-A0AF-DFB3-EF3E-33CAE7FDA9BF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19182" r="1"/>
          <a:stretch>
            <a:fillRect/>
          </a:stretch>
        </p:blipFill>
        <p:spPr>
          <a:xfrm>
            <a:off x="1315946" y="1373733"/>
            <a:ext cx="4060744" cy="785911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5" name="图片 4">
            <a:extLst>
              <a:ext uri="{FF2B5EF4-FFF2-40B4-BE49-F238E27FC236}">
                <a16:creationId xmlns:a16="http://schemas.microsoft.com/office/drawing/2014/main" id="{D91B3EB8-84E0-38C6-6F45-A8BE5D182C9A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315946" y="2290917"/>
            <a:ext cx="4060745" cy="1758703"/>
          </a:xfrm>
          <a:prstGeom prst="rect">
            <a:avLst/>
          </a:prstGeom>
        </p:spPr>
      </p:pic>
      <p:sp>
        <p:nvSpPr>
          <p:cNvPr id="23" name="AutoShape 9">
            <a:extLst>
              <a:ext uri="{FF2B5EF4-FFF2-40B4-BE49-F238E27FC236}">
                <a16:creationId xmlns:a16="http://schemas.microsoft.com/office/drawing/2014/main" id="{4EDB2C14-3E9D-BF68-9ADE-F894383A5A38}"/>
              </a:ext>
            </a:extLst>
          </p:cNvPr>
          <p:cNvSpPr/>
          <p:nvPr/>
        </p:nvSpPr>
        <p:spPr>
          <a:xfrm>
            <a:off x="835427" y="3737962"/>
            <a:ext cx="5168639" cy="1002401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500" b="1" i="0" u="none" strike="noStrike" dirty="0">
                <a:solidFill>
                  <a:srgbClr val="FF0000"/>
                </a:solidFill>
                <a:latin typeface="Noto Sans SC"/>
                <a:ea typeface="Noto Sans SC"/>
                <a:cs typeface="Noto Sans SC"/>
                <a:sym typeface="Noto Sans SC"/>
              </a:rPr>
              <a:t>Backend 4: a problem backend was created for testing</a:t>
            </a:r>
            <a:endParaRPr lang="en-US" sz="1100" dirty="0">
              <a:solidFill>
                <a:srgbClr val="FF0000"/>
              </a:solidFill>
            </a:endParaRPr>
          </a:p>
        </p:txBody>
      </p:sp>
      <p:pic>
        <p:nvPicPr>
          <p:cNvPr id="31" name="图片 30">
            <a:extLst>
              <a:ext uri="{FF2B5EF4-FFF2-40B4-BE49-F238E27FC236}">
                <a16:creationId xmlns:a16="http://schemas.microsoft.com/office/drawing/2014/main" id="{63611241-4FF7-9D90-7300-11D40A97C825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050844" y="71360"/>
            <a:ext cx="2567311" cy="443911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4F6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3"/>
          <a:srcRect l="1807" t="1785" r="1807" b="1785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3" name="AutoShape 3"/>
          <p:cNvSpPr/>
          <p:nvPr/>
        </p:nvSpPr>
        <p:spPr>
          <a:xfrm>
            <a:off x="0" y="0"/>
            <a:ext cx="12192000" cy="6858000"/>
          </a:xfrm>
          <a:prstGeom prst="roundRect">
            <a:avLst>
              <a:gd name="adj" fmla="val 0"/>
            </a:avLst>
          </a:prstGeom>
          <a:solidFill>
            <a:srgbClr val="FFFFFF">
              <a:alpha val="92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4" name="AutoShape 4"/>
          <p:cNvSpPr/>
          <p:nvPr/>
        </p:nvSpPr>
        <p:spPr>
          <a:xfrm>
            <a:off x="762000" y="635000"/>
            <a:ext cx="10668000" cy="571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3200" b="1" i="0" u="none" strike="noStrike">
                <a:solidFill>
                  <a:srgbClr val="1F2937"/>
                </a:solidFill>
                <a:latin typeface="Poppins"/>
                <a:ea typeface="Poppins"/>
                <a:cs typeface="Poppins"/>
                <a:sym typeface="Poppins"/>
              </a:rPr>
              <a:t>Backend Design and LLM Integration</a:t>
            </a:r>
            <a:endParaRPr lang="en-US" sz="1100"/>
          </a:p>
        </p:txBody>
      </p:sp>
      <p:sp>
        <p:nvSpPr>
          <p:cNvPr id="7" name="AutoShape 7"/>
          <p:cNvSpPr/>
          <p:nvPr/>
        </p:nvSpPr>
        <p:spPr>
          <a:xfrm>
            <a:off x="5207000" y="1524000"/>
            <a:ext cx="6223000" cy="952500"/>
          </a:xfrm>
          <a:prstGeom prst="roundRect">
            <a:avLst>
              <a:gd name="adj" fmla="val 16000"/>
            </a:avLst>
          </a:prstGeom>
          <a:solidFill>
            <a:srgbClr val="10B981">
              <a:alpha val="8000"/>
            </a:srgbClr>
          </a:solidFill>
          <a:ln w="12700" cap="flat" cmpd="sng">
            <a:solidFill>
              <a:srgbClr val="10B981">
                <a:alpha val="2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pic>
        <p:nvPicPr>
          <p:cNvPr id="8" name="Picture 8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461000" y="1714500"/>
            <a:ext cx="558800" cy="558800"/>
          </a:xfrm>
          <a:prstGeom prst="rect">
            <a:avLst/>
          </a:prstGeom>
        </p:spPr>
      </p:pic>
      <p:sp>
        <p:nvSpPr>
          <p:cNvPr id="9" name="AutoShape 9"/>
          <p:cNvSpPr/>
          <p:nvPr/>
        </p:nvSpPr>
        <p:spPr>
          <a:xfrm>
            <a:off x="6223000" y="1625600"/>
            <a:ext cx="50800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800" b="1" i="0" u="none" strike="noStrike" dirty="0">
                <a:solidFill>
                  <a:srgbClr val="1F2937"/>
                </a:solidFill>
                <a:latin typeface="Noto Sans SC"/>
                <a:ea typeface="Noto Sans SC"/>
                <a:cs typeface="Noto Sans SC"/>
                <a:sym typeface="Noto Sans SC"/>
              </a:rPr>
              <a:t>Independent configuration unit</a:t>
            </a:r>
            <a:br>
              <a:rPr lang="en-US" sz="1800" b="1" i="0" u="none" strike="noStrike" dirty="0">
                <a:solidFill>
                  <a:srgbClr val="1F2937"/>
                </a:solidFill>
                <a:latin typeface="Noto Sans SC"/>
                <a:ea typeface="Noto Sans SC"/>
                <a:cs typeface="Noto Sans SC"/>
                <a:sym typeface="Noto Sans SC"/>
              </a:rPr>
            </a:br>
            <a:r>
              <a:rPr lang="en-US" sz="1400" b="0" i="0" u="none" strike="noStrike" dirty="0">
                <a:solidFill>
                  <a:srgbClr val="4B5563"/>
                </a:solidFill>
                <a:latin typeface="Noto Sans SC"/>
                <a:ea typeface="Noto Sans SC"/>
                <a:cs typeface="Noto Sans SC"/>
                <a:sym typeface="Noto Sans SC"/>
              </a:rPr>
              <a:t>Each backend has its own API key, base URL, API version, model, and shown name.</a:t>
            </a:r>
          </a:p>
        </p:txBody>
      </p:sp>
      <p:sp>
        <p:nvSpPr>
          <p:cNvPr id="10" name="AutoShape 10"/>
          <p:cNvSpPr/>
          <p:nvPr/>
        </p:nvSpPr>
        <p:spPr>
          <a:xfrm>
            <a:off x="5207000" y="2603500"/>
            <a:ext cx="6223000" cy="952500"/>
          </a:xfrm>
          <a:prstGeom prst="roundRect">
            <a:avLst>
              <a:gd name="adj" fmla="val 16000"/>
            </a:avLst>
          </a:prstGeom>
          <a:solidFill>
            <a:srgbClr val="10B981">
              <a:alpha val="8000"/>
            </a:srgbClr>
          </a:solidFill>
          <a:ln w="12700" cap="flat" cmpd="sng">
            <a:solidFill>
              <a:srgbClr val="10B981">
                <a:alpha val="2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pic>
        <p:nvPicPr>
          <p:cNvPr id="11" name="Picture 11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461000" y="2794000"/>
            <a:ext cx="558800" cy="558800"/>
          </a:xfrm>
          <a:prstGeom prst="rect">
            <a:avLst/>
          </a:prstGeom>
        </p:spPr>
      </p:pic>
      <p:sp>
        <p:nvSpPr>
          <p:cNvPr id="12" name="AutoShape 12"/>
          <p:cNvSpPr/>
          <p:nvPr/>
        </p:nvSpPr>
        <p:spPr>
          <a:xfrm>
            <a:off x="6223000" y="2705100"/>
            <a:ext cx="50800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800" b="1" i="0" u="none" strike="noStrike" dirty="0">
                <a:solidFill>
                  <a:srgbClr val="1F2937"/>
                </a:solidFill>
                <a:latin typeface="Noto Sans SC"/>
                <a:ea typeface="Noto Sans SC"/>
                <a:cs typeface="Noto Sans SC"/>
                <a:sym typeface="Noto Sans SC"/>
              </a:rPr>
              <a:t>Flexible connectivity</a:t>
            </a:r>
            <a:br>
              <a:rPr lang="en-US" sz="1800" b="1" i="0" u="none" strike="noStrike" dirty="0">
                <a:solidFill>
                  <a:srgbClr val="1F2937"/>
                </a:solidFill>
                <a:latin typeface="Noto Sans SC"/>
                <a:ea typeface="Noto Sans SC"/>
                <a:cs typeface="Noto Sans SC"/>
                <a:sym typeface="Noto Sans SC"/>
              </a:rPr>
            </a:br>
            <a:r>
              <a:rPr lang="en-US" sz="1400" b="0" i="0" u="none" strike="noStrike" dirty="0">
                <a:solidFill>
                  <a:srgbClr val="4B5563"/>
                </a:solidFill>
                <a:latin typeface="Noto Sans SC"/>
                <a:ea typeface="Noto Sans SC"/>
                <a:cs typeface="Noto Sans SC"/>
                <a:sym typeface="Noto Sans SC"/>
              </a:rPr>
              <a:t>One backend can connect to one LLM provider or model setting.</a:t>
            </a:r>
          </a:p>
        </p:txBody>
      </p:sp>
      <p:sp>
        <p:nvSpPr>
          <p:cNvPr id="13" name="AutoShape 13"/>
          <p:cNvSpPr/>
          <p:nvPr/>
        </p:nvSpPr>
        <p:spPr>
          <a:xfrm>
            <a:off x="5207000" y="3683000"/>
            <a:ext cx="6223000" cy="952500"/>
          </a:xfrm>
          <a:prstGeom prst="roundRect">
            <a:avLst>
              <a:gd name="adj" fmla="val 16000"/>
            </a:avLst>
          </a:prstGeom>
          <a:solidFill>
            <a:srgbClr val="10B981">
              <a:alpha val="8000"/>
            </a:srgbClr>
          </a:solidFill>
          <a:ln w="12700" cap="flat" cmpd="sng">
            <a:solidFill>
              <a:srgbClr val="10B981">
                <a:alpha val="2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pic>
        <p:nvPicPr>
          <p:cNvPr id="14" name="Picture 14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5461000" y="3873500"/>
            <a:ext cx="558800" cy="558800"/>
          </a:xfrm>
          <a:prstGeom prst="rect">
            <a:avLst/>
          </a:prstGeom>
        </p:spPr>
      </p:pic>
      <p:sp>
        <p:nvSpPr>
          <p:cNvPr id="15" name="AutoShape 15"/>
          <p:cNvSpPr/>
          <p:nvPr/>
        </p:nvSpPr>
        <p:spPr>
          <a:xfrm>
            <a:off x="6223000" y="3784600"/>
            <a:ext cx="50800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800" b="1" i="0" u="none" strike="noStrike" dirty="0">
                <a:solidFill>
                  <a:srgbClr val="1F2937"/>
                </a:solidFill>
                <a:latin typeface="Noto Sans SC"/>
                <a:ea typeface="Noto Sans SC"/>
                <a:cs typeface="Noto Sans SC"/>
                <a:sym typeface="Noto Sans SC"/>
              </a:rPr>
              <a:t>Multi-API compatibility</a:t>
            </a:r>
            <a:br>
              <a:rPr lang="en-US" sz="1800" b="1" i="0" u="none" strike="noStrike" dirty="0">
                <a:solidFill>
                  <a:srgbClr val="1F2937"/>
                </a:solidFill>
                <a:latin typeface="Noto Sans SC"/>
                <a:ea typeface="Noto Sans SC"/>
                <a:cs typeface="Noto Sans SC"/>
                <a:sym typeface="Noto Sans SC"/>
              </a:rPr>
            </a:br>
            <a:r>
              <a:rPr lang="en-US" sz="1400" b="0" i="0" u="none" strike="noStrike" dirty="0">
                <a:solidFill>
                  <a:srgbClr val="4B5563"/>
                </a:solidFill>
                <a:latin typeface="Noto Sans SC"/>
                <a:ea typeface="Noto Sans SC"/>
                <a:cs typeface="Noto Sans SC"/>
                <a:sym typeface="Noto Sans SC"/>
              </a:rPr>
              <a:t>The backend supports both HKBU-style API routes and OpenAI-compatible APIs.</a:t>
            </a:r>
          </a:p>
        </p:txBody>
      </p:sp>
      <p:sp>
        <p:nvSpPr>
          <p:cNvPr id="16" name="AutoShape 16"/>
          <p:cNvSpPr/>
          <p:nvPr/>
        </p:nvSpPr>
        <p:spPr>
          <a:xfrm>
            <a:off x="5207000" y="4762500"/>
            <a:ext cx="6223000" cy="952500"/>
          </a:xfrm>
          <a:prstGeom prst="roundRect">
            <a:avLst>
              <a:gd name="adj" fmla="val 16000"/>
            </a:avLst>
          </a:prstGeom>
          <a:solidFill>
            <a:srgbClr val="10B981">
              <a:alpha val="8000"/>
            </a:srgbClr>
          </a:solidFill>
          <a:ln w="12700" cap="flat" cmpd="sng">
            <a:solidFill>
              <a:srgbClr val="10B981">
                <a:alpha val="2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pic>
        <p:nvPicPr>
          <p:cNvPr id="17" name="Picture 17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5461000" y="4953000"/>
            <a:ext cx="558800" cy="558800"/>
          </a:xfrm>
          <a:prstGeom prst="rect">
            <a:avLst/>
          </a:prstGeom>
        </p:spPr>
      </p:pic>
      <p:sp>
        <p:nvSpPr>
          <p:cNvPr id="18" name="AutoShape 18"/>
          <p:cNvSpPr/>
          <p:nvPr/>
        </p:nvSpPr>
        <p:spPr>
          <a:xfrm>
            <a:off x="6223000" y="4864100"/>
            <a:ext cx="50800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800" b="1" i="0" u="none" strike="noStrike" dirty="0">
                <a:solidFill>
                  <a:srgbClr val="1F2937"/>
                </a:solidFill>
                <a:latin typeface="Noto Sans SC"/>
                <a:ea typeface="Noto Sans SC"/>
                <a:cs typeface="Noto Sans SC"/>
                <a:sym typeface="Noto Sans SC"/>
              </a:rPr>
              <a:t>Response traceability</a:t>
            </a:r>
            <a:br>
              <a:rPr lang="en-US" sz="1800" b="1" i="0" u="none" strike="noStrike" dirty="0">
                <a:solidFill>
                  <a:srgbClr val="1F2937"/>
                </a:solidFill>
                <a:latin typeface="Noto Sans SC"/>
                <a:ea typeface="Noto Sans SC"/>
                <a:cs typeface="Noto Sans SC"/>
                <a:sym typeface="Noto Sans SC"/>
              </a:rPr>
            </a:br>
            <a:r>
              <a:rPr lang="en-US" sz="1400" b="0" i="0" u="none" strike="noStrike" dirty="0">
                <a:solidFill>
                  <a:srgbClr val="4B5563"/>
                </a:solidFill>
                <a:latin typeface="Noto Sans SC"/>
                <a:ea typeface="Noto Sans SC"/>
                <a:cs typeface="Noto Sans SC"/>
                <a:sym typeface="Noto Sans SC"/>
              </a:rPr>
              <a:t>The answer is returned with an LLM name prefix for clear identification.</a:t>
            </a:r>
          </a:p>
        </p:txBody>
      </p:sp>
      <p:sp>
        <p:nvSpPr>
          <p:cNvPr id="19" name="AutoShape 19"/>
          <p:cNvSpPr/>
          <p:nvPr/>
        </p:nvSpPr>
        <p:spPr>
          <a:xfrm>
            <a:off x="762000" y="6096000"/>
            <a:ext cx="10668000" cy="76200"/>
          </a:xfrm>
          <a:prstGeom prst="roundRect">
            <a:avLst>
              <a:gd name="adj" fmla="val 0"/>
            </a:avLst>
          </a:prstGeom>
          <a:solidFill>
            <a:srgbClr val="10B981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pic>
        <p:nvPicPr>
          <p:cNvPr id="21" name="图片 20">
            <a:extLst>
              <a:ext uri="{FF2B5EF4-FFF2-40B4-BE49-F238E27FC236}">
                <a16:creationId xmlns:a16="http://schemas.microsoft.com/office/drawing/2014/main" id="{F646A70D-40A8-9BC4-300D-D4B8AE5ACF5D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6214" y="2114274"/>
            <a:ext cx="5009186" cy="2749826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23" name="图片 22">
            <a:extLst>
              <a:ext uri="{FF2B5EF4-FFF2-40B4-BE49-F238E27FC236}">
                <a16:creationId xmlns:a16="http://schemas.microsoft.com/office/drawing/2014/main" id="{2B4141A8-8E53-76A0-3365-5F1A956C707E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6214" y="2572364"/>
            <a:ext cx="5009186" cy="1888402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25" name="图片 24">
            <a:extLst>
              <a:ext uri="{FF2B5EF4-FFF2-40B4-BE49-F238E27FC236}">
                <a16:creationId xmlns:a16="http://schemas.microsoft.com/office/drawing/2014/main" id="{51177559-3D5B-EB4B-8B07-9AD09A914617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8453" y="2338776"/>
            <a:ext cx="5064707" cy="2355578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1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1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4F6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3" name="AutoShape 3"/>
          <p:cNvSpPr/>
          <p:nvPr/>
        </p:nvSpPr>
        <p:spPr>
          <a:xfrm>
            <a:off x="0" y="0"/>
            <a:ext cx="12192000" cy="6858000"/>
          </a:xfrm>
          <a:prstGeom prst="roundRect">
            <a:avLst>
              <a:gd name="adj" fmla="val 0"/>
            </a:avLst>
          </a:prstGeom>
          <a:solidFill>
            <a:srgbClr val="FFFFFF">
              <a:alpha val="92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4" name="AutoShape 4"/>
          <p:cNvSpPr/>
          <p:nvPr/>
        </p:nvSpPr>
        <p:spPr>
          <a:xfrm>
            <a:off x="762000" y="635000"/>
            <a:ext cx="10668000" cy="571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3200" b="1" i="0" u="none" strike="noStrike" dirty="0">
                <a:solidFill>
                  <a:srgbClr val="1F2937"/>
                </a:solidFill>
                <a:latin typeface="Poppins"/>
                <a:ea typeface="Poppins"/>
                <a:cs typeface="Poppins"/>
                <a:sym typeface="Poppins"/>
              </a:rPr>
              <a:t>Database and Logging</a:t>
            </a:r>
            <a:endParaRPr lang="en-US" sz="1100" dirty="0"/>
          </a:p>
        </p:txBody>
      </p:sp>
      <p:sp>
        <p:nvSpPr>
          <p:cNvPr id="5" name="AutoShape 5"/>
          <p:cNvSpPr/>
          <p:nvPr/>
        </p:nvSpPr>
        <p:spPr>
          <a:xfrm>
            <a:off x="762000" y="1270000"/>
            <a:ext cx="762000" cy="50800"/>
          </a:xfrm>
          <a:prstGeom prst="roundRect">
            <a:avLst>
              <a:gd name="adj" fmla="val 0"/>
            </a:avLst>
          </a:prstGeom>
          <a:solidFill>
            <a:srgbClr val="10B981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7" name="AutoShape 7"/>
          <p:cNvSpPr/>
          <p:nvPr/>
        </p:nvSpPr>
        <p:spPr>
          <a:xfrm>
            <a:off x="762000" y="4889500"/>
            <a:ext cx="4826000" cy="889000"/>
          </a:xfrm>
          <a:prstGeom prst="roundRect">
            <a:avLst>
              <a:gd name="adj" fmla="val 14285"/>
            </a:avLst>
          </a:prstGeom>
          <a:solidFill>
            <a:srgbClr val="ECFDF5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254000" tIns="0" rIns="25400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600" b="1" i="0" u="none" strike="noStrike" dirty="0">
                <a:solidFill>
                  <a:srgbClr val="047857"/>
                </a:solidFill>
                <a:latin typeface="Poppins"/>
                <a:ea typeface="Poppins"/>
                <a:cs typeface="Poppins"/>
                <a:sym typeface="Poppins"/>
              </a:rPr>
              <a:t>Robust Infrastructure</a:t>
            </a:r>
            <a:endParaRPr lang="en-US" sz="1100" dirty="0"/>
          </a:p>
        </p:txBody>
      </p:sp>
      <p:sp>
        <p:nvSpPr>
          <p:cNvPr id="8" name="AutoShape 8"/>
          <p:cNvSpPr/>
          <p:nvPr/>
        </p:nvSpPr>
        <p:spPr>
          <a:xfrm>
            <a:off x="5969000" y="1651000"/>
            <a:ext cx="5461000" cy="952500"/>
          </a:xfrm>
          <a:prstGeom prst="roundRect">
            <a:avLst>
              <a:gd name="adj" fmla="val 10666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127000" dist="50800" dir="2700000" algn="tl" rotWithShape="0">
              <a:srgbClr val="000000">
                <a:alpha val="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pic>
        <p:nvPicPr>
          <p:cNvPr id="9" name="Picture 9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223000" y="1879600"/>
            <a:ext cx="508000" cy="508000"/>
          </a:xfrm>
          <a:prstGeom prst="rect">
            <a:avLst/>
          </a:prstGeom>
        </p:spPr>
      </p:pic>
      <p:sp>
        <p:nvSpPr>
          <p:cNvPr id="10" name="AutoShape 10"/>
          <p:cNvSpPr/>
          <p:nvPr/>
        </p:nvSpPr>
        <p:spPr>
          <a:xfrm>
            <a:off x="6921500" y="1752600"/>
            <a:ext cx="43815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600" b="1" i="0" u="none" strike="noStrike" dirty="0">
                <a:solidFill>
                  <a:srgbClr val="1F2937"/>
                </a:solidFill>
                <a:latin typeface="Poppins"/>
                <a:ea typeface="Poppins"/>
                <a:cs typeface="Poppins"/>
                <a:sym typeface="Poppins"/>
              </a:rPr>
              <a:t>MongoDB Core Storage</a:t>
            </a:r>
            <a:endParaRPr lang="en-US" sz="1100" dirty="0"/>
          </a:p>
          <a:p>
            <a:pPr indent="0" algn="l">
              <a:lnSpc>
                <a:spcPct val="125000"/>
              </a:lnSpc>
            </a:pPr>
            <a:r>
              <a:rPr lang="en-US" sz="1300" b="0" i="0" u="none" strike="noStrike" dirty="0">
                <a:solidFill>
                  <a:srgbClr val="4B5563"/>
                </a:solidFill>
                <a:latin typeface="Poppins"/>
                <a:ea typeface="Poppins"/>
                <a:cs typeface="Poppins"/>
                <a:sym typeface="Poppins"/>
              </a:rPr>
              <a:t>MongoDB stores user settings and chat records.</a:t>
            </a:r>
          </a:p>
        </p:txBody>
      </p:sp>
      <p:sp>
        <p:nvSpPr>
          <p:cNvPr id="11" name="AutoShape 11"/>
          <p:cNvSpPr/>
          <p:nvPr/>
        </p:nvSpPr>
        <p:spPr>
          <a:xfrm>
            <a:off x="5969000" y="2730500"/>
            <a:ext cx="5461000" cy="952500"/>
          </a:xfrm>
          <a:prstGeom prst="roundRect">
            <a:avLst>
              <a:gd name="adj" fmla="val 10666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127000" dist="50800" dir="2700000" algn="tl" rotWithShape="0">
              <a:srgbClr val="000000">
                <a:alpha val="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pic>
        <p:nvPicPr>
          <p:cNvPr id="12" name="Picture 12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223000" y="2959100"/>
            <a:ext cx="508000" cy="508000"/>
          </a:xfrm>
          <a:prstGeom prst="rect">
            <a:avLst/>
          </a:prstGeom>
        </p:spPr>
      </p:pic>
      <p:sp>
        <p:nvSpPr>
          <p:cNvPr id="13" name="AutoShape 13"/>
          <p:cNvSpPr/>
          <p:nvPr/>
        </p:nvSpPr>
        <p:spPr>
          <a:xfrm>
            <a:off x="6921500" y="2832100"/>
            <a:ext cx="43815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600" b="1" i="0" u="none" strike="noStrike" dirty="0">
                <a:solidFill>
                  <a:srgbClr val="1F2937"/>
                </a:solidFill>
                <a:latin typeface="Poppins"/>
                <a:ea typeface="Poppins"/>
                <a:cs typeface="Poppins"/>
                <a:sym typeface="Poppins"/>
              </a:rPr>
              <a:t>Log Details</a:t>
            </a:r>
            <a:endParaRPr lang="en-US" sz="1100" dirty="0"/>
          </a:p>
          <a:p>
            <a:pPr indent="0" algn="l">
              <a:lnSpc>
                <a:spcPct val="125000"/>
              </a:lnSpc>
            </a:pPr>
            <a:r>
              <a:rPr lang="en-US" sz="1300" b="0" i="0" u="none" strike="noStrike" dirty="0">
                <a:solidFill>
                  <a:srgbClr val="4B5563"/>
                </a:solidFill>
                <a:latin typeface="Poppins"/>
                <a:ea typeface="Poppins"/>
                <a:cs typeface="Poppins"/>
                <a:sym typeface="Poppins"/>
              </a:rPr>
              <a:t>Each record keeps the question, answer, preferred backend, used backend, model, status, and error.</a:t>
            </a:r>
          </a:p>
        </p:txBody>
      </p:sp>
      <p:sp>
        <p:nvSpPr>
          <p:cNvPr id="14" name="AutoShape 14"/>
          <p:cNvSpPr/>
          <p:nvPr/>
        </p:nvSpPr>
        <p:spPr>
          <a:xfrm>
            <a:off x="5969000" y="3810000"/>
            <a:ext cx="5461000" cy="952500"/>
          </a:xfrm>
          <a:prstGeom prst="roundRect">
            <a:avLst>
              <a:gd name="adj" fmla="val 10666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127000" dist="50800" dir="2700000" algn="tl" rotWithShape="0">
              <a:srgbClr val="000000">
                <a:alpha val="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pic>
        <p:nvPicPr>
          <p:cNvPr id="15" name="Picture 15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223000" y="4038600"/>
            <a:ext cx="508000" cy="508000"/>
          </a:xfrm>
          <a:prstGeom prst="rect">
            <a:avLst/>
          </a:prstGeom>
        </p:spPr>
      </p:pic>
      <p:sp>
        <p:nvSpPr>
          <p:cNvPr id="16" name="AutoShape 16"/>
          <p:cNvSpPr/>
          <p:nvPr/>
        </p:nvSpPr>
        <p:spPr>
          <a:xfrm>
            <a:off x="6921500" y="3911600"/>
            <a:ext cx="43815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600" b="1" i="0" u="none" strike="noStrike" dirty="0">
                <a:solidFill>
                  <a:srgbClr val="1F2937"/>
                </a:solidFill>
                <a:latin typeface="Poppins"/>
                <a:ea typeface="Poppins"/>
                <a:cs typeface="Poppins"/>
                <a:sym typeface="Poppins"/>
              </a:rPr>
              <a:t>Comprehensive Recording</a:t>
            </a:r>
            <a:endParaRPr lang="en-US" sz="1100" dirty="0"/>
          </a:p>
          <a:p>
            <a:pPr indent="0" algn="l">
              <a:lnSpc>
                <a:spcPct val="125000"/>
              </a:lnSpc>
            </a:pPr>
            <a:r>
              <a:rPr lang="en-US" sz="1300" b="0" i="0" u="none" strike="noStrike" dirty="0">
                <a:solidFill>
                  <a:srgbClr val="4B5563"/>
                </a:solidFill>
                <a:latin typeface="Poppins"/>
                <a:ea typeface="Poppins"/>
                <a:cs typeface="Poppins"/>
                <a:sym typeface="Poppins"/>
              </a:rPr>
              <a:t>Both successful and failed requests are logged.</a:t>
            </a:r>
          </a:p>
        </p:txBody>
      </p:sp>
      <p:sp>
        <p:nvSpPr>
          <p:cNvPr id="17" name="AutoShape 17"/>
          <p:cNvSpPr/>
          <p:nvPr/>
        </p:nvSpPr>
        <p:spPr>
          <a:xfrm>
            <a:off x="5969000" y="4889500"/>
            <a:ext cx="5461000" cy="952500"/>
          </a:xfrm>
          <a:prstGeom prst="roundRect">
            <a:avLst>
              <a:gd name="adj" fmla="val 10666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127000" dist="50800" dir="2700000" algn="tl" rotWithShape="0">
              <a:srgbClr val="000000">
                <a:alpha val="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pic>
        <p:nvPicPr>
          <p:cNvPr id="18" name="Picture 18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6223000" y="5118100"/>
            <a:ext cx="508000" cy="508000"/>
          </a:xfrm>
          <a:prstGeom prst="rect">
            <a:avLst/>
          </a:prstGeom>
        </p:spPr>
      </p:pic>
      <p:sp>
        <p:nvSpPr>
          <p:cNvPr id="19" name="AutoShape 19"/>
          <p:cNvSpPr/>
          <p:nvPr/>
        </p:nvSpPr>
        <p:spPr>
          <a:xfrm>
            <a:off x="6921500" y="4991100"/>
            <a:ext cx="43815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600" b="1" i="0" u="none" strike="noStrike" dirty="0">
                <a:solidFill>
                  <a:srgbClr val="1F2937"/>
                </a:solidFill>
                <a:latin typeface="Poppins"/>
                <a:ea typeface="Poppins"/>
                <a:cs typeface="Poppins"/>
                <a:sym typeface="Poppins"/>
              </a:rPr>
              <a:t>Operational Intelligence</a:t>
            </a:r>
            <a:endParaRPr lang="en-US" sz="1100" dirty="0"/>
          </a:p>
          <a:p>
            <a:pPr indent="0" algn="l">
              <a:lnSpc>
                <a:spcPct val="125000"/>
              </a:lnSpc>
            </a:pPr>
            <a:r>
              <a:rPr lang="en-US" sz="1300" b="0" i="0" u="none" strike="noStrike" dirty="0">
                <a:solidFill>
                  <a:srgbClr val="4B5563"/>
                </a:solidFill>
                <a:latin typeface="Poppins"/>
                <a:ea typeface="Poppins"/>
                <a:cs typeface="Poppins"/>
                <a:sym typeface="Poppins"/>
              </a:rPr>
              <a:t>This improves debugging, monitoring, and post-incident analysis.</a:t>
            </a:r>
          </a:p>
        </p:txBody>
      </p:sp>
      <p:sp>
        <p:nvSpPr>
          <p:cNvPr id="20" name="AutoShape 20"/>
          <p:cNvSpPr/>
          <p:nvPr/>
        </p:nvSpPr>
        <p:spPr>
          <a:xfrm>
            <a:off x="0" y="6477000"/>
            <a:ext cx="12192000" cy="381000"/>
          </a:xfrm>
          <a:prstGeom prst="roundRect">
            <a:avLst>
              <a:gd name="adj" fmla="val 0"/>
            </a:avLst>
          </a:prstGeom>
          <a:solidFill>
            <a:srgbClr val="10B981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endParaRPr lang="en-US" sz="1100" dirty="0"/>
          </a:p>
        </p:txBody>
      </p:sp>
      <p:pic>
        <p:nvPicPr>
          <p:cNvPr id="21" name="图片 20">
            <a:extLst>
              <a:ext uri="{FF2B5EF4-FFF2-40B4-BE49-F238E27FC236}">
                <a16:creationId xmlns:a16="http://schemas.microsoft.com/office/drawing/2014/main" id="{4B9D37A7-1FCA-462A-FA32-C997BD2846B4}"/>
              </a:ext>
            </a:extLst>
          </p:cNvPr>
          <p:cNvPicPr>
            <a:picLocks noChangeAspect="1"/>
          </p:cNvPicPr>
          <p:nvPr/>
        </p:nvPicPr>
        <p:blipFill rotWithShape="1">
          <a:blip r:embed="rId8"/>
          <a:srcRect l="25752" t="73553" r="30671"/>
          <a:stretch>
            <a:fillRect/>
          </a:stretch>
        </p:blipFill>
        <p:spPr bwMode="auto">
          <a:xfrm>
            <a:off x="81936" y="2387600"/>
            <a:ext cx="5805128" cy="1760220"/>
          </a:xfrm>
          <a:prstGeom prst="rect">
            <a:avLst/>
          </a:prstGeom>
          <a:ln>
            <a:noFill/>
          </a:ln>
          <a:effectLst>
            <a:outerShdw blurRad="50800" dist="38100" dir="3660000" algn="tl" rotWithShape="0">
              <a:prstClr val="black">
                <a:alpha val="40000"/>
              </a:prstClr>
            </a:outerShdw>
          </a:effectLst>
          <a:extLst>
            <a:ext uri="{53640926-AAD7-44D8-BBD7-CCE9431645EC}">
              <a14:shadowObscured xmlns:a14="http://schemas.microsoft.com/office/drawing/2010/main"/>
            </a:ext>
          </a:extLst>
        </p:spPr>
      </p:pic>
      <p:pic>
        <p:nvPicPr>
          <p:cNvPr id="22" name="图片 21">
            <a:extLst>
              <a:ext uri="{FF2B5EF4-FFF2-40B4-BE49-F238E27FC236}">
                <a16:creationId xmlns:a16="http://schemas.microsoft.com/office/drawing/2014/main" id="{9CA25799-9EEE-A7A4-1745-99D45FA502C5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2521" y="2498725"/>
            <a:ext cx="5823957" cy="1533525"/>
          </a:xfrm>
          <a:prstGeom prst="rect">
            <a:avLst/>
          </a:prstGeom>
          <a:effectLst>
            <a:outerShdw blurRad="50800" dist="38100" dir="366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23" name="图片 22">
            <a:extLst>
              <a:ext uri="{FF2B5EF4-FFF2-40B4-BE49-F238E27FC236}">
                <a16:creationId xmlns:a16="http://schemas.microsoft.com/office/drawing/2014/main" id="{E45363CF-9C18-014F-31FE-7F442596B5BC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62881" y="2247900"/>
            <a:ext cx="5114390" cy="1917700"/>
          </a:xfrm>
          <a:prstGeom prst="rect">
            <a:avLst/>
          </a:prstGeom>
          <a:effectLst>
            <a:outerShdw blurRad="50800" dist="38100" dir="3660000" algn="tl" rotWithShape="0">
              <a:prstClr val="black">
                <a:alpha val="40000"/>
              </a:prstClr>
            </a:outerShdw>
          </a:effectLst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1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1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4F6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3" name="AutoShape 3"/>
          <p:cNvSpPr/>
          <p:nvPr/>
        </p:nvSpPr>
        <p:spPr>
          <a:xfrm>
            <a:off x="0" y="0"/>
            <a:ext cx="12192000" cy="6858000"/>
          </a:xfrm>
          <a:prstGeom prst="roundRect">
            <a:avLst>
              <a:gd name="adj" fmla="val 0"/>
            </a:avLst>
          </a:prstGeom>
          <a:solidFill>
            <a:srgbClr val="FFFFFF">
              <a:alpha val="93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4" name="AutoShape 4"/>
          <p:cNvSpPr/>
          <p:nvPr/>
        </p:nvSpPr>
        <p:spPr>
          <a:xfrm>
            <a:off x="762000" y="635000"/>
            <a:ext cx="10668000" cy="571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3200" b="1" i="0" u="none" strike="noStrike">
                <a:solidFill>
                  <a:srgbClr val="1F2937"/>
                </a:solidFill>
                <a:latin typeface="Poppins"/>
                <a:ea typeface="Poppins"/>
                <a:cs typeface="Poppins"/>
                <a:sym typeface="Poppins"/>
              </a:rPr>
              <a:t>DevOps, Security, and Requirement Match</a:t>
            </a:r>
            <a:endParaRPr lang="en-US" sz="1100"/>
          </a:p>
        </p:txBody>
      </p:sp>
      <p:sp>
        <p:nvSpPr>
          <p:cNvPr id="5" name="AutoShape 5"/>
          <p:cNvSpPr/>
          <p:nvPr/>
        </p:nvSpPr>
        <p:spPr>
          <a:xfrm>
            <a:off x="762000" y="1333500"/>
            <a:ext cx="1016000" cy="50800"/>
          </a:xfrm>
          <a:prstGeom prst="roundRect">
            <a:avLst>
              <a:gd name="adj" fmla="val 0"/>
            </a:avLst>
          </a:prstGeom>
          <a:solidFill>
            <a:srgbClr val="10B981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pic>
        <p:nvPicPr>
          <p:cNvPr id="6" name="Picture 6"/>
          <p:cNvPicPr>
            <a:picLocks noChangeAspect="1"/>
          </p:cNvPicPr>
          <p:nvPr/>
        </p:nvPicPr>
        <p:blipFill>
          <a:blip r:embed="rId4"/>
          <a:srcRect t="1612" b="1612"/>
          <a:stretch>
            <a:fillRect/>
          </a:stretch>
        </p:blipFill>
        <p:spPr>
          <a:xfrm>
            <a:off x="762000" y="2146300"/>
            <a:ext cx="3556000" cy="2286000"/>
          </a:xfrm>
          <a:prstGeom prst="roundRect">
            <a:avLst>
              <a:gd name="adj" fmla="val 8333"/>
            </a:avLst>
          </a:prstGeom>
          <a:noFill/>
          <a:ln w="12700" cap="flat" cmpd="sng">
            <a:solidFill>
              <a:srgbClr val="E5E7EB">
                <a:alpha val="100000"/>
              </a:srgbClr>
            </a:solidFill>
            <a:prstDash val="solid"/>
            <a:round/>
          </a:ln>
          <a:effectLst>
            <a:outerShdw blurRad="127000" dist="50800" dir="5400000" algn="tl" rotWithShape="0">
              <a:srgbClr val="000000">
                <a:alpha val="10000"/>
              </a:srgbClr>
            </a:outerShdw>
          </a:effectLst>
        </p:spPr>
      </p:pic>
      <p:sp>
        <p:nvSpPr>
          <p:cNvPr id="7" name="AutoShape 7"/>
          <p:cNvSpPr/>
          <p:nvPr/>
        </p:nvSpPr>
        <p:spPr>
          <a:xfrm>
            <a:off x="762000" y="5080000"/>
            <a:ext cx="3556000" cy="762000"/>
          </a:xfrm>
          <a:prstGeom prst="roundRect">
            <a:avLst>
              <a:gd name="adj" fmla="val 16666"/>
            </a:avLst>
          </a:prstGeom>
          <a:solidFill>
            <a:srgbClr val="ECFDF5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600" b="1" i="0" u="none" strike="noStrike" dirty="0">
                <a:solidFill>
                  <a:srgbClr val="10B981"/>
                </a:solidFill>
                <a:latin typeface="Poppins"/>
                <a:ea typeface="Poppins"/>
                <a:cs typeface="Poppins"/>
                <a:sym typeface="Poppins"/>
              </a:rPr>
              <a:t>Telegram Bot &amp; Cloud Services</a:t>
            </a:r>
          </a:p>
        </p:txBody>
      </p:sp>
      <p:sp>
        <p:nvSpPr>
          <p:cNvPr id="9" name="AutoShape 9"/>
          <p:cNvSpPr/>
          <p:nvPr/>
        </p:nvSpPr>
        <p:spPr>
          <a:xfrm>
            <a:off x="4699000" y="1778000"/>
            <a:ext cx="6731000" cy="1041400"/>
          </a:xfrm>
          <a:prstGeom prst="roundRect">
            <a:avLst>
              <a:gd name="adj" fmla="val 9756"/>
            </a:avLst>
          </a:prstGeom>
          <a:solidFill>
            <a:srgbClr val="F9FAFB">
              <a:alpha val="100000"/>
            </a:srgbClr>
          </a:solidFill>
          <a:ln w="12700" cap="flat" cmpd="sng">
            <a:solidFill>
              <a:srgbClr val="E5E7EB">
                <a:alpha val="100000"/>
              </a:srgbClr>
            </a:solidFill>
            <a:prstDash val="solid"/>
            <a:round/>
          </a:ln>
          <a:effectLst>
            <a:outerShdw blurRad="76200" dist="25400" dir="2700000" algn="tl" rotWithShape="0">
              <a:srgbClr val="000000">
                <a:alpha val="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0" name="AutoShape 10"/>
          <p:cNvSpPr/>
          <p:nvPr/>
        </p:nvSpPr>
        <p:spPr>
          <a:xfrm>
            <a:off x="4699000" y="1778000"/>
            <a:ext cx="76200" cy="1041400"/>
          </a:xfrm>
          <a:prstGeom prst="roundRect">
            <a:avLst>
              <a:gd name="adj" fmla="val 0"/>
            </a:avLst>
          </a:prstGeom>
          <a:solidFill>
            <a:srgbClr val="10B981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1" name="AutoShape 11"/>
          <p:cNvSpPr/>
          <p:nvPr/>
        </p:nvSpPr>
        <p:spPr>
          <a:xfrm>
            <a:off x="5016500" y="1968500"/>
            <a:ext cx="660400" cy="660400"/>
          </a:xfrm>
          <a:prstGeom prst="ellipse">
            <a:avLst/>
          </a:prstGeom>
          <a:solidFill>
            <a:srgbClr val="D1FAE5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pic>
        <p:nvPicPr>
          <p:cNvPr id="12" name="Picture 12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143500" y="2095500"/>
            <a:ext cx="406400" cy="406400"/>
          </a:xfrm>
          <a:prstGeom prst="rect">
            <a:avLst/>
          </a:prstGeom>
        </p:spPr>
      </p:pic>
      <p:sp>
        <p:nvSpPr>
          <p:cNvPr id="13" name="AutoShape 13"/>
          <p:cNvSpPr/>
          <p:nvPr/>
        </p:nvSpPr>
        <p:spPr>
          <a:xfrm>
            <a:off x="5842000" y="1879600"/>
            <a:ext cx="5334000" cy="8382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600" b="1" i="0" u="none" strike="noStrike" dirty="0">
                <a:solidFill>
                  <a:srgbClr val="1F2937"/>
                </a:solidFill>
                <a:latin typeface="Poppins"/>
                <a:ea typeface="Poppins"/>
                <a:cs typeface="Poppins"/>
                <a:sym typeface="Poppins"/>
              </a:rPr>
              <a:t>Docker containerization management</a:t>
            </a:r>
            <a:br>
              <a:rPr lang="en-US" sz="1600" b="1" i="0" u="none" strike="noStrike" dirty="0">
                <a:solidFill>
                  <a:srgbClr val="1F2937"/>
                </a:solidFill>
                <a:latin typeface="Poppins"/>
                <a:ea typeface="Poppins"/>
                <a:cs typeface="Poppins"/>
                <a:sym typeface="Poppins"/>
              </a:rPr>
            </a:br>
            <a:r>
              <a:rPr lang="en-US" sz="1300" b="0" i="0" u="none" strike="noStrike" dirty="0">
                <a:solidFill>
                  <a:srgbClr val="4B5563"/>
                </a:solidFill>
                <a:latin typeface="Poppins"/>
                <a:ea typeface="Poppins"/>
                <a:cs typeface="Poppins"/>
                <a:sym typeface="Poppins"/>
              </a:rPr>
              <a:t>Docker is used for the bot, backend services, and MongoDB.</a:t>
            </a:r>
          </a:p>
        </p:txBody>
      </p:sp>
      <p:sp>
        <p:nvSpPr>
          <p:cNvPr id="14" name="AutoShape 14"/>
          <p:cNvSpPr/>
          <p:nvPr/>
        </p:nvSpPr>
        <p:spPr>
          <a:xfrm>
            <a:off x="4699000" y="2946400"/>
            <a:ext cx="6731000" cy="1041400"/>
          </a:xfrm>
          <a:prstGeom prst="roundRect">
            <a:avLst>
              <a:gd name="adj" fmla="val 9756"/>
            </a:avLst>
          </a:prstGeom>
          <a:solidFill>
            <a:srgbClr val="F9FAFB">
              <a:alpha val="100000"/>
            </a:srgbClr>
          </a:solidFill>
          <a:ln w="12700" cap="flat" cmpd="sng">
            <a:solidFill>
              <a:srgbClr val="E5E7EB">
                <a:alpha val="100000"/>
              </a:srgbClr>
            </a:solidFill>
            <a:prstDash val="solid"/>
            <a:round/>
          </a:ln>
          <a:effectLst>
            <a:outerShdw blurRad="76200" dist="25400" dir="2700000" algn="tl" rotWithShape="0">
              <a:srgbClr val="000000">
                <a:alpha val="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5" name="AutoShape 15"/>
          <p:cNvSpPr/>
          <p:nvPr/>
        </p:nvSpPr>
        <p:spPr>
          <a:xfrm>
            <a:off x="4699000" y="2946400"/>
            <a:ext cx="76200" cy="1041400"/>
          </a:xfrm>
          <a:prstGeom prst="roundRect">
            <a:avLst>
              <a:gd name="adj" fmla="val 0"/>
            </a:avLst>
          </a:prstGeom>
          <a:solidFill>
            <a:srgbClr val="10B981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6" name="AutoShape 16"/>
          <p:cNvSpPr/>
          <p:nvPr/>
        </p:nvSpPr>
        <p:spPr>
          <a:xfrm>
            <a:off x="5016500" y="3136900"/>
            <a:ext cx="660400" cy="660400"/>
          </a:xfrm>
          <a:prstGeom prst="ellipse">
            <a:avLst/>
          </a:prstGeom>
          <a:solidFill>
            <a:srgbClr val="D1FAE5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pic>
        <p:nvPicPr>
          <p:cNvPr id="17" name="Picture 17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5143500" y="3263900"/>
            <a:ext cx="406400" cy="406400"/>
          </a:xfrm>
          <a:prstGeom prst="rect">
            <a:avLst/>
          </a:prstGeom>
        </p:spPr>
      </p:pic>
      <p:sp>
        <p:nvSpPr>
          <p:cNvPr id="18" name="AutoShape 18"/>
          <p:cNvSpPr/>
          <p:nvPr/>
        </p:nvSpPr>
        <p:spPr>
          <a:xfrm>
            <a:off x="5842000" y="3048000"/>
            <a:ext cx="5334000" cy="8382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600" b="1" i="0" u="none" strike="noStrike" dirty="0">
                <a:solidFill>
                  <a:srgbClr val="1F2937"/>
                </a:solidFill>
                <a:latin typeface="Poppins"/>
                <a:ea typeface="Poppins"/>
                <a:cs typeface="Poppins"/>
                <a:sym typeface="Poppins"/>
              </a:rPr>
              <a:t>GitHub Actions Automated Deployment</a:t>
            </a:r>
            <a:br>
              <a:rPr lang="en-US" sz="1600" b="1" i="0" u="none" strike="noStrike" dirty="0">
                <a:solidFill>
                  <a:srgbClr val="1F2937"/>
                </a:solidFill>
                <a:latin typeface="Poppins"/>
                <a:ea typeface="Poppins"/>
                <a:cs typeface="Poppins"/>
                <a:sym typeface="Poppins"/>
              </a:rPr>
            </a:br>
            <a:r>
              <a:rPr lang="en-US" sz="1300" b="0" i="0" u="none" strike="noStrike" dirty="0">
                <a:solidFill>
                  <a:srgbClr val="4B5563"/>
                </a:solidFill>
                <a:latin typeface="Poppins"/>
                <a:ea typeface="Poppins"/>
                <a:cs typeface="Poppins"/>
                <a:sym typeface="Poppins"/>
              </a:rPr>
              <a:t>GitHub Actions deploys frontend and backend services to AWS EC2.</a:t>
            </a:r>
          </a:p>
        </p:txBody>
      </p:sp>
      <p:sp>
        <p:nvSpPr>
          <p:cNvPr id="19" name="AutoShape 19"/>
          <p:cNvSpPr/>
          <p:nvPr/>
        </p:nvSpPr>
        <p:spPr>
          <a:xfrm>
            <a:off x="4699000" y="4114800"/>
            <a:ext cx="6731000" cy="1041400"/>
          </a:xfrm>
          <a:prstGeom prst="roundRect">
            <a:avLst>
              <a:gd name="adj" fmla="val 9756"/>
            </a:avLst>
          </a:prstGeom>
          <a:solidFill>
            <a:srgbClr val="F9FAFB">
              <a:alpha val="100000"/>
            </a:srgbClr>
          </a:solidFill>
          <a:ln w="12700" cap="flat" cmpd="sng">
            <a:solidFill>
              <a:srgbClr val="E5E7EB">
                <a:alpha val="100000"/>
              </a:srgbClr>
            </a:solidFill>
            <a:prstDash val="solid"/>
            <a:round/>
          </a:ln>
          <a:effectLst>
            <a:outerShdw blurRad="76200" dist="25400" dir="2700000" algn="tl" rotWithShape="0">
              <a:srgbClr val="000000">
                <a:alpha val="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20" name="AutoShape 20"/>
          <p:cNvSpPr/>
          <p:nvPr/>
        </p:nvSpPr>
        <p:spPr>
          <a:xfrm>
            <a:off x="4699000" y="4114800"/>
            <a:ext cx="76200" cy="1041400"/>
          </a:xfrm>
          <a:prstGeom prst="roundRect">
            <a:avLst>
              <a:gd name="adj" fmla="val 0"/>
            </a:avLst>
          </a:prstGeom>
          <a:solidFill>
            <a:srgbClr val="10B981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21" name="AutoShape 21"/>
          <p:cNvSpPr/>
          <p:nvPr/>
        </p:nvSpPr>
        <p:spPr>
          <a:xfrm>
            <a:off x="5016500" y="4305300"/>
            <a:ext cx="660400" cy="660400"/>
          </a:xfrm>
          <a:prstGeom prst="ellipse">
            <a:avLst/>
          </a:prstGeom>
          <a:solidFill>
            <a:srgbClr val="D1FAE5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pic>
        <p:nvPicPr>
          <p:cNvPr id="22" name="Picture 22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5143500" y="4432300"/>
            <a:ext cx="406400" cy="406400"/>
          </a:xfrm>
          <a:prstGeom prst="rect">
            <a:avLst/>
          </a:prstGeom>
        </p:spPr>
      </p:pic>
      <p:sp>
        <p:nvSpPr>
          <p:cNvPr id="23" name="AutoShape 23"/>
          <p:cNvSpPr/>
          <p:nvPr/>
        </p:nvSpPr>
        <p:spPr>
          <a:xfrm>
            <a:off x="5842000" y="4216400"/>
            <a:ext cx="5334000" cy="8382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600" b="1" i="0" u="none" strike="noStrike" dirty="0">
                <a:solidFill>
                  <a:srgbClr val="1F2937"/>
                </a:solidFill>
                <a:latin typeface="Poppins"/>
                <a:ea typeface="Poppins"/>
                <a:cs typeface="Poppins"/>
                <a:sym typeface="Poppins"/>
              </a:rPr>
              <a:t>Runtime security key policy</a:t>
            </a:r>
            <a:br>
              <a:rPr lang="en-US" sz="1600" b="1" i="0" u="none" strike="noStrike" dirty="0">
                <a:solidFill>
                  <a:srgbClr val="1F2937"/>
                </a:solidFill>
                <a:latin typeface="Poppins"/>
                <a:ea typeface="Poppins"/>
                <a:cs typeface="Poppins"/>
                <a:sym typeface="Poppins"/>
              </a:rPr>
            </a:br>
            <a:r>
              <a:rPr lang="en-US" sz="1300" b="0" i="0" u="none" strike="noStrike" dirty="0">
                <a:solidFill>
                  <a:srgbClr val="4B5563"/>
                </a:solidFill>
                <a:latin typeface="Poppins"/>
                <a:ea typeface="Poppins"/>
                <a:cs typeface="Poppins"/>
                <a:sym typeface="Poppins"/>
              </a:rPr>
              <a:t>Secrets are passed at runtime instead of being stored in the repository.</a:t>
            </a:r>
          </a:p>
        </p:txBody>
      </p:sp>
      <p:sp>
        <p:nvSpPr>
          <p:cNvPr id="24" name="AutoShape 24"/>
          <p:cNvSpPr/>
          <p:nvPr/>
        </p:nvSpPr>
        <p:spPr>
          <a:xfrm>
            <a:off x="4699000" y="5283200"/>
            <a:ext cx="6731000" cy="1041400"/>
          </a:xfrm>
          <a:prstGeom prst="roundRect">
            <a:avLst>
              <a:gd name="adj" fmla="val 9756"/>
            </a:avLst>
          </a:prstGeom>
          <a:solidFill>
            <a:srgbClr val="F9FAFB">
              <a:alpha val="100000"/>
            </a:srgbClr>
          </a:solidFill>
          <a:ln w="12700" cap="flat" cmpd="sng">
            <a:solidFill>
              <a:srgbClr val="E5E7EB">
                <a:alpha val="100000"/>
              </a:srgbClr>
            </a:solidFill>
            <a:prstDash val="solid"/>
            <a:round/>
          </a:ln>
          <a:effectLst>
            <a:outerShdw blurRad="76200" dist="25400" dir="2700000" algn="tl" rotWithShape="0">
              <a:srgbClr val="000000">
                <a:alpha val="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25" name="AutoShape 25"/>
          <p:cNvSpPr/>
          <p:nvPr/>
        </p:nvSpPr>
        <p:spPr>
          <a:xfrm>
            <a:off x="4699000" y="5283200"/>
            <a:ext cx="76200" cy="1041400"/>
          </a:xfrm>
          <a:prstGeom prst="roundRect">
            <a:avLst>
              <a:gd name="adj" fmla="val 0"/>
            </a:avLst>
          </a:prstGeom>
          <a:solidFill>
            <a:srgbClr val="10B981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26" name="AutoShape 26"/>
          <p:cNvSpPr/>
          <p:nvPr/>
        </p:nvSpPr>
        <p:spPr>
          <a:xfrm>
            <a:off x="5016500" y="5473700"/>
            <a:ext cx="660400" cy="660400"/>
          </a:xfrm>
          <a:prstGeom prst="ellipse">
            <a:avLst/>
          </a:prstGeom>
          <a:solidFill>
            <a:srgbClr val="D1FAE5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pic>
        <p:nvPicPr>
          <p:cNvPr id="27" name="Picture 27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5143500" y="5600700"/>
            <a:ext cx="406400" cy="406400"/>
          </a:xfrm>
          <a:prstGeom prst="rect">
            <a:avLst/>
          </a:prstGeom>
        </p:spPr>
      </p:pic>
      <p:sp>
        <p:nvSpPr>
          <p:cNvPr id="28" name="AutoShape 28"/>
          <p:cNvSpPr/>
          <p:nvPr/>
        </p:nvSpPr>
        <p:spPr>
          <a:xfrm>
            <a:off x="5842000" y="5384800"/>
            <a:ext cx="5334000" cy="8382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600" b="1" i="0" u="none" strike="noStrike" dirty="0">
                <a:solidFill>
                  <a:srgbClr val="1F2937"/>
                </a:solidFill>
                <a:latin typeface="Poppins"/>
                <a:ea typeface="Poppins"/>
                <a:cs typeface="Poppins"/>
                <a:sym typeface="Poppins"/>
              </a:rPr>
              <a:t>Zero cost and full demand coverage</a:t>
            </a:r>
            <a:br>
              <a:rPr lang="en-US" sz="1600" b="1" i="0" u="none" strike="noStrike" dirty="0">
                <a:solidFill>
                  <a:srgbClr val="1F2937"/>
                </a:solidFill>
                <a:latin typeface="Poppins"/>
                <a:ea typeface="Poppins"/>
                <a:cs typeface="Poppins"/>
                <a:sym typeface="Poppins"/>
              </a:rPr>
            </a:br>
            <a:r>
              <a:rPr lang="en-US" sz="1300" b="0" i="0" u="none" strike="noStrike" dirty="0">
                <a:solidFill>
                  <a:srgbClr val="4B5563"/>
                </a:solidFill>
                <a:latin typeface="Poppins"/>
                <a:ea typeface="Poppins"/>
                <a:cs typeface="Poppins"/>
                <a:sym typeface="Poppins"/>
              </a:rPr>
              <a:t>The project covers Telegram, LLM API, database logging, cloud hosting, containers, Git, and automated deployment.</a:t>
            </a:r>
            <a:br>
              <a:rPr lang="en-US" sz="1300" b="0" i="0" u="none" strike="noStrike" dirty="0">
                <a:solidFill>
                  <a:srgbClr val="4B5563"/>
                </a:solidFill>
                <a:latin typeface="Poppins"/>
                <a:ea typeface="Poppins"/>
                <a:cs typeface="Poppins"/>
                <a:sym typeface="Poppins"/>
              </a:rPr>
            </a:br>
            <a:r>
              <a:rPr lang="en-US" sz="1300" b="0" i="0" u="none" strike="noStrike" dirty="0">
                <a:solidFill>
                  <a:srgbClr val="4B5563"/>
                </a:solidFill>
                <a:latin typeface="Poppins"/>
                <a:ea typeface="Poppins"/>
                <a:cs typeface="Poppins"/>
                <a:sym typeface="Poppins"/>
              </a:rPr>
              <a:t>The cloud cost is about 0 USD.</a:t>
            </a:r>
          </a:p>
        </p:txBody>
      </p:sp>
      <p:pic>
        <p:nvPicPr>
          <p:cNvPr id="30" name="图片 29">
            <a:extLst>
              <a:ext uri="{FF2B5EF4-FFF2-40B4-BE49-F238E27FC236}">
                <a16:creationId xmlns:a16="http://schemas.microsoft.com/office/drawing/2014/main" id="{6970CE12-8295-4E80-BA51-6455A2349F30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0" y="2619216"/>
            <a:ext cx="5851690" cy="1711484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29" name="图片 28">
            <a:extLst>
              <a:ext uri="{FF2B5EF4-FFF2-40B4-BE49-F238E27FC236}">
                <a16:creationId xmlns:a16="http://schemas.microsoft.com/office/drawing/2014/main" id="{9D15C911-3A7E-E9A5-48AA-E1D331BFE084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-1" y="2634615"/>
            <a:ext cx="5833223" cy="1711484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6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4F6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3"/>
          <a:srcRect l="3846" t="3767" r="3846" b="3767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3" name="AutoShape 3"/>
          <p:cNvSpPr/>
          <p:nvPr/>
        </p:nvSpPr>
        <p:spPr>
          <a:xfrm>
            <a:off x="0" y="0"/>
            <a:ext cx="12192000" cy="6858000"/>
          </a:xfrm>
          <a:prstGeom prst="roundRect">
            <a:avLst>
              <a:gd name="adj" fmla="val 0"/>
            </a:avLst>
          </a:prstGeom>
          <a:solidFill>
            <a:srgbClr val="FFFFFF">
              <a:alpha val="92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4" name="AutoShape 4"/>
          <p:cNvSpPr/>
          <p:nvPr/>
        </p:nvSpPr>
        <p:spPr>
          <a:xfrm>
            <a:off x="0" y="762000"/>
            <a:ext cx="12192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3200" b="1" i="0" u="none" strike="noStrike" dirty="0">
                <a:solidFill>
                  <a:srgbClr val="1F2937"/>
                </a:solidFill>
                <a:latin typeface="Poppins"/>
                <a:ea typeface="Poppins"/>
                <a:cs typeface="Poppins"/>
                <a:sym typeface="Poppins"/>
              </a:rPr>
              <a:t>Conclusion</a:t>
            </a:r>
            <a:endParaRPr lang="en-US" sz="1100" dirty="0"/>
          </a:p>
        </p:txBody>
      </p:sp>
      <p:sp>
        <p:nvSpPr>
          <p:cNvPr id="5" name="AutoShape 5"/>
          <p:cNvSpPr/>
          <p:nvPr/>
        </p:nvSpPr>
        <p:spPr>
          <a:xfrm>
            <a:off x="762000" y="1778000"/>
            <a:ext cx="3302000" cy="2794000"/>
          </a:xfrm>
          <a:prstGeom prst="roundRect">
            <a:avLst>
              <a:gd name="adj" fmla="val 5454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254000" dist="127000" dir="2700000" algn="tl" rotWithShape="0">
              <a:srgbClr val="10B981">
                <a:alpha val="1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6" name="AutoShape 6"/>
          <p:cNvSpPr/>
          <p:nvPr/>
        </p:nvSpPr>
        <p:spPr>
          <a:xfrm>
            <a:off x="1854200" y="2095500"/>
            <a:ext cx="1117600" cy="1117600"/>
          </a:xfrm>
          <a:prstGeom prst="ellipse">
            <a:avLst/>
          </a:prstGeom>
          <a:solidFill>
            <a:srgbClr val="ECFDF5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pic>
        <p:nvPicPr>
          <p:cNvPr id="7" name="Picture 7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108200" y="2349500"/>
            <a:ext cx="609600" cy="609600"/>
          </a:xfrm>
          <a:prstGeom prst="rect">
            <a:avLst/>
          </a:prstGeom>
        </p:spPr>
      </p:pic>
      <p:sp>
        <p:nvSpPr>
          <p:cNvPr id="8" name="AutoShape 8"/>
          <p:cNvSpPr/>
          <p:nvPr/>
        </p:nvSpPr>
        <p:spPr>
          <a:xfrm>
            <a:off x="889000" y="3365500"/>
            <a:ext cx="3048000" cy="1016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00000"/>
              </a:lnSpc>
              <a:defRPr/>
            </a:pPr>
            <a:r>
              <a:rPr lang="en-US" sz="1800" b="1" i="0" u="none" strike="noStrike" dirty="0">
                <a:solidFill>
                  <a:srgbClr val="1F2937"/>
                </a:solidFill>
                <a:latin typeface="Poppins"/>
                <a:ea typeface="Poppins"/>
                <a:cs typeface="Poppins"/>
                <a:sym typeface="Poppins"/>
              </a:rPr>
              <a:t>Practical</a:t>
            </a:r>
            <a:br>
              <a:rPr lang="en-US" sz="1800" b="1" i="0" u="none" strike="noStrike" dirty="0">
                <a:solidFill>
                  <a:srgbClr val="1F2937"/>
                </a:solidFill>
                <a:latin typeface="Poppins"/>
                <a:ea typeface="Poppins"/>
                <a:cs typeface="Poppins"/>
                <a:sym typeface="Poppins"/>
              </a:rPr>
            </a:br>
            <a:r>
              <a:rPr lang="en-US" dirty="0">
                <a:solidFill>
                  <a:srgbClr val="4B5563"/>
                </a:solidFill>
                <a:latin typeface="Poppins"/>
                <a:ea typeface="Poppins"/>
                <a:cs typeface="Poppins"/>
                <a:sym typeface="Poppins"/>
              </a:rPr>
              <a:t>Our</a:t>
            </a:r>
            <a:r>
              <a:rPr lang="en-US" sz="1400" b="0" i="0" u="none" strike="noStrike" dirty="0">
                <a:solidFill>
                  <a:srgbClr val="4B5563"/>
                </a:solidFill>
                <a:latin typeface="Poppins"/>
                <a:ea typeface="Poppins"/>
                <a:cs typeface="Poppins"/>
                <a:sym typeface="Poppins"/>
              </a:rPr>
              <a:t> project presents a practical cloud chatbot system.</a:t>
            </a:r>
          </a:p>
        </p:txBody>
      </p:sp>
      <p:sp>
        <p:nvSpPr>
          <p:cNvPr id="9" name="AutoShape 9"/>
          <p:cNvSpPr/>
          <p:nvPr/>
        </p:nvSpPr>
        <p:spPr>
          <a:xfrm>
            <a:off x="4318000" y="1778000"/>
            <a:ext cx="3302000" cy="2794000"/>
          </a:xfrm>
          <a:prstGeom prst="roundRect">
            <a:avLst>
              <a:gd name="adj" fmla="val 5454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254000" dist="127000" dir="2700000" algn="tl" rotWithShape="0">
              <a:srgbClr val="10B981">
                <a:alpha val="1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0" name="AutoShape 10"/>
          <p:cNvSpPr/>
          <p:nvPr/>
        </p:nvSpPr>
        <p:spPr>
          <a:xfrm>
            <a:off x="5410200" y="2095500"/>
            <a:ext cx="1117600" cy="1117600"/>
          </a:xfrm>
          <a:prstGeom prst="ellipse">
            <a:avLst/>
          </a:prstGeom>
          <a:solidFill>
            <a:srgbClr val="ECFDF5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pic>
        <p:nvPicPr>
          <p:cNvPr id="11" name="Picture 11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664200" y="2349500"/>
            <a:ext cx="609600" cy="609600"/>
          </a:xfrm>
          <a:prstGeom prst="rect">
            <a:avLst/>
          </a:prstGeom>
        </p:spPr>
      </p:pic>
      <p:sp>
        <p:nvSpPr>
          <p:cNvPr id="12" name="AutoShape 12"/>
          <p:cNvSpPr/>
          <p:nvPr/>
        </p:nvSpPr>
        <p:spPr>
          <a:xfrm>
            <a:off x="4445000" y="3365500"/>
            <a:ext cx="3048000" cy="1016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00000"/>
              </a:lnSpc>
              <a:defRPr/>
            </a:pPr>
            <a:r>
              <a:rPr lang="en-US" sz="1800" b="1" i="0" u="none" strike="noStrike" dirty="0">
                <a:solidFill>
                  <a:srgbClr val="1F2937"/>
                </a:solidFill>
                <a:latin typeface="Poppins"/>
                <a:ea typeface="Poppins"/>
                <a:cs typeface="Poppins"/>
                <a:sym typeface="Poppins"/>
              </a:rPr>
              <a:t>Reliable</a:t>
            </a:r>
            <a:br>
              <a:rPr lang="en-US" sz="1800" b="1" i="0" u="none" strike="noStrike" dirty="0">
                <a:solidFill>
                  <a:srgbClr val="1F2937"/>
                </a:solidFill>
                <a:latin typeface="Poppins"/>
                <a:ea typeface="Poppins"/>
                <a:cs typeface="Poppins"/>
                <a:sym typeface="Poppins"/>
              </a:rPr>
            </a:br>
            <a:r>
              <a:rPr lang="en-US" sz="1400" b="0" i="0" u="none" strike="noStrike" dirty="0">
                <a:solidFill>
                  <a:srgbClr val="4B5563"/>
                </a:solidFill>
                <a:latin typeface="Poppins"/>
                <a:ea typeface="Poppins"/>
                <a:cs typeface="Poppins"/>
                <a:sym typeface="Poppins"/>
              </a:rPr>
              <a:t>It is modular, reliable, and easy to extend.</a:t>
            </a:r>
          </a:p>
        </p:txBody>
      </p:sp>
      <p:sp>
        <p:nvSpPr>
          <p:cNvPr id="13" name="AutoShape 13"/>
          <p:cNvSpPr/>
          <p:nvPr/>
        </p:nvSpPr>
        <p:spPr>
          <a:xfrm>
            <a:off x="7874000" y="1778000"/>
            <a:ext cx="3302000" cy="2794000"/>
          </a:xfrm>
          <a:prstGeom prst="roundRect">
            <a:avLst>
              <a:gd name="adj" fmla="val 5454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254000" dist="127000" dir="2700000" algn="tl" rotWithShape="0">
              <a:srgbClr val="10B981">
                <a:alpha val="1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4" name="AutoShape 14"/>
          <p:cNvSpPr/>
          <p:nvPr/>
        </p:nvSpPr>
        <p:spPr>
          <a:xfrm>
            <a:off x="8966200" y="2095500"/>
            <a:ext cx="1117600" cy="1117600"/>
          </a:xfrm>
          <a:prstGeom prst="ellipse">
            <a:avLst/>
          </a:prstGeom>
          <a:solidFill>
            <a:srgbClr val="ECFDF5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pic>
        <p:nvPicPr>
          <p:cNvPr id="15" name="Picture 15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220200" y="2349500"/>
            <a:ext cx="609600" cy="609600"/>
          </a:xfrm>
          <a:prstGeom prst="rect">
            <a:avLst/>
          </a:prstGeom>
        </p:spPr>
      </p:pic>
      <p:sp>
        <p:nvSpPr>
          <p:cNvPr id="16" name="AutoShape 16"/>
          <p:cNvSpPr/>
          <p:nvPr/>
        </p:nvSpPr>
        <p:spPr>
          <a:xfrm>
            <a:off x="8001000" y="3365500"/>
            <a:ext cx="3048000" cy="1016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00000"/>
              </a:lnSpc>
              <a:defRPr/>
            </a:pPr>
            <a:r>
              <a:rPr lang="en-US" sz="1800" b="1" i="0" u="none" strike="noStrike" dirty="0">
                <a:solidFill>
                  <a:srgbClr val="1F2937"/>
                </a:solidFill>
                <a:latin typeface="Poppins"/>
                <a:ea typeface="Poppins"/>
                <a:cs typeface="Poppins"/>
                <a:sym typeface="Poppins"/>
              </a:rPr>
              <a:t>Robust Deployment</a:t>
            </a:r>
            <a:endParaRPr lang="en-US" sz="1100" dirty="0"/>
          </a:p>
          <a:p>
            <a:pPr indent="0" algn="ctr">
              <a:lnSpc>
                <a:spcPct val="108333"/>
              </a:lnSpc>
              <a:spcBef>
                <a:spcPts val="800"/>
              </a:spcBef>
            </a:pPr>
            <a:r>
              <a:rPr lang="en-US" sz="1400" b="0" i="0" u="none" strike="noStrike" dirty="0">
                <a:solidFill>
                  <a:srgbClr val="4B5563"/>
                </a:solidFill>
                <a:latin typeface="Poppins"/>
                <a:ea typeface="Poppins"/>
                <a:cs typeface="Poppins"/>
                <a:sym typeface="Poppins"/>
              </a:rPr>
              <a:t>Its main strength is multi-backend failover with simple deployment.</a:t>
            </a:r>
          </a:p>
        </p:txBody>
      </p:sp>
      <p:sp>
        <p:nvSpPr>
          <p:cNvPr id="17" name="AutoShape 17"/>
          <p:cNvSpPr/>
          <p:nvPr/>
        </p:nvSpPr>
        <p:spPr>
          <a:xfrm>
            <a:off x="0" y="5080000"/>
            <a:ext cx="121920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3200" b="1" i="0" u="none" strike="noStrike" dirty="0">
                <a:solidFill>
                  <a:srgbClr val="10B981"/>
                </a:solidFill>
                <a:latin typeface="Poppins"/>
                <a:ea typeface="Poppins"/>
                <a:cs typeface="Poppins"/>
                <a:sym typeface="Poppins"/>
              </a:rPr>
              <a:t>Thank you.</a:t>
            </a:r>
            <a:endParaRPr lang="en-US" sz="1100" dirty="0"/>
          </a:p>
        </p:txBody>
      </p:sp>
      <p:sp>
        <p:nvSpPr>
          <p:cNvPr id="18" name="AutoShape 18"/>
          <p:cNvSpPr/>
          <p:nvPr/>
        </p:nvSpPr>
        <p:spPr>
          <a:xfrm>
            <a:off x="5461000" y="5905500"/>
            <a:ext cx="1270000" cy="50800"/>
          </a:xfrm>
          <a:prstGeom prst="roundRect">
            <a:avLst>
              <a:gd name="adj" fmla="val 0"/>
            </a:avLst>
          </a:prstGeom>
          <a:solidFill>
            <a:srgbClr val="10B981">
              <a:alpha val="100000"/>
            </a:srgbClr>
          </a:solidFill>
          <a:ln cap="flat" cmpd="sng">
            <a:solidFill>
              <a:srgbClr val="00A06B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默认主题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主题​​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136</TotalTime>
  <Words>935</Words>
  <Application>Microsoft Office PowerPoint</Application>
  <PresentationFormat>宽屏</PresentationFormat>
  <Paragraphs>110</Paragraphs>
  <Slides>10</Slides>
  <Notes>10</Notes>
  <HiddenSlides>0</HiddenSlides>
  <MMClips>0</MMClips>
  <ScaleCrop>false</ScaleCrop>
  <HeadingPairs>
    <vt:vector size="6" baseType="variant">
      <vt:variant>
        <vt:lpstr>已用的字体</vt:lpstr>
      </vt:variant>
      <vt:variant>
        <vt:i4>3</vt:i4>
      </vt:variant>
      <vt:variant>
        <vt:lpstr>主题</vt:lpstr>
      </vt:variant>
      <vt:variant>
        <vt:i4>2</vt:i4>
      </vt:variant>
      <vt:variant>
        <vt:lpstr>幻灯片标题</vt:lpstr>
      </vt:variant>
      <vt:variant>
        <vt:i4>10</vt:i4>
      </vt:variant>
    </vt:vector>
  </HeadingPairs>
  <TitlesOfParts>
    <vt:vector size="15" baseType="lpstr">
      <vt:lpstr>Noto Sans SC</vt:lpstr>
      <vt:lpstr>Arial</vt:lpstr>
      <vt:lpstr>Poppins</vt:lpstr>
      <vt:lpstr>Office 主题​​</vt:lpstr>
      <vt:lpstr>默认主题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Haoran HE</cp:lastModifiedBy>
  <cp:revision>78</cp:revision>
  <dcterms:modified xsi:type="dcterms:W3CDTF">2026-04-14T15:01:12Z</dcterms:modified>
</cp:coreProperties>
</file>